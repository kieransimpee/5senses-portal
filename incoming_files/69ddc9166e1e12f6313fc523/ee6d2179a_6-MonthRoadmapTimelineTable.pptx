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Montserrat" charset="1" panose="00000500000000000000"/>
      <p:regular r:id="rId7"/>
    </p:embeddedFont>
    <p:embeddedFont>
      <p:font typeface="Exo 2" charset="1" panose="00000500000000000000"/>
      <p:regular r:id="rId8"/>
    </p:embeddedFont>
    <p:embeddedFont>
      <p:font typeface="PT Serif" charset="1" panose="020A0603040505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81500" y="190500"/>
            <a:ext cx="952500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Timeline Roadmap: July - December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9750" y="676275"/>
            <a:ext cx="529590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Alpha (Foundation)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05650" y="676275"/>
            <a:ext cx="529590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Beta (Growth)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01550" y="676275"/>
            <a:ext cx="264795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DaaS 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9500" y="676275"/>
            <a:ext cx="264795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Exit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M1: Jul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M2: Aug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56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M3: Sep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536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M4: Oct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15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M5: Nov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495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M6: Dec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809750" y="1238250"/>
            <a:ext cx="15906750" cy="0"/>
          </a:xfrm>
          <a:prstGeom prst="line">
            <a:avLst/>
          </a:prstGeom>
          <a:ln cap="flat" w="19050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086100" y="1190625"/>
            <a:ext cx="95250" cy="95250"/>
            <a:chOff x="0" y="0"/>
            <a:chExt cx="127000" cy="12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34050" y="1190625"/>
            <a:ext cx="95250" cy="95250"/>
            <a:chOff x="0" y="0"/>
            <a:chExt cx="127000" cy="12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82000" y="1190625"/>
            <a:ext cx="95250" cy="95250"/>
            <a:chOff x="0" y="0"/>
            <a:chExt cx="127000" cy="12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29950" y="1190625"/>
            <a:ext cx="95250" cy="95250"/>
            <a:chOff x="0" y="0"/>
            <a:chExt cx="127000" cy="12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77900" y="1190625"/>
            <a:ext cx="95250" cy="95250"/>
            <a:chOff x="0" y="0"/>
            <a:chExt cx="127000" cy="12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25850" y="1190625"/>
            <a:ext cx="95250" cy="95250"/>
            <a:chOff x="0" y="0"/>
            <a:chExt cx="127000" cy="12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71500" y="1352550"/>
            <a:ext cx="123825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8595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All brands product uploaded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Signed agreements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Internal testing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81850" y="1343025"/>
            <a:ext cx="24955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SOFT LAUNCH BASIC FUNCTION AI TRY 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29800" y="1343025"/>
            <a:ext cx="24955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MINI SHOP LAUNCH INCLUDING LIVE WITH TRY ON WITH 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7775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ROI Dashboard build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DaaS pre-sales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Data Analyst hired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2570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Trial results compiled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Series A pitch NEST VC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Full team 5 FTE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49542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230630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96583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701040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43624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76250" y="5648325"/>
            <a:ext cx="17145000" cy="1428750"/>
            <a:chOff x="0" y="0"/>
            <a:chExt cx="22860000" cy="1905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DF7">
                <a:alpha val="6000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6250" y="4124325"/>
            <a:ext cx="17145000" cy="1428750"/>
            <a:chOff x="0" y="0"/>
            <a:chExt cx="22860000" cy="1905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5F2FF">
                <a:alpha val="6000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6250" y="2600325"/>
            <a:ext cx="17145000" cy="1428750"/>
            <a:chOff x="0" y="0"/>
            <a:chExt cx="22860000" cy="1905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8F2">
                <a:alpha val="6000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438650" y="1343025"/>
            <a:ext cx="2490788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All influencers onboarding</a:t>
            </a:r>
          </a:p>
          <a:p>
            <a:pPr algn="l">
              <a:lnSpc>
                <a:spcPts val="1650"/>
              </a:lnSpc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data of job received, 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internal testing - Mini shop, Calendar,. TRY ON in live, blog, video upload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1500" y="3190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WILSON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0700" y="2667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WK6-13: Platform live TINT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WK13: Backend onboarding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WK27: TINT onboarding call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33888" y="2667000"/>
            <a:ext cx="249555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nal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sti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ng -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li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ve, bl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og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upload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each interface are smooth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Kieran know how to work on platform backend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086600" y="2667000"/>
            <a:ext cx="249555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final debug before soft launch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34550" y="2667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ALL FUNCTION PERFECTLY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82500" y="2667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ROI Dashboard dev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DaaS API layer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030450" y="2667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Final deployment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Handover documentation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71500" y="4714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KIERAN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90700" y="4191000"/>
            <a:ext cx="2495550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Finish Document (80%)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VENDOR DASHBOARD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Connect Korea WK6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Onboarding Doc WK13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Brand Final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Korea Trip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Korea continue if TINT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438650" y="4191000"/>
            <a:ext cx="2495550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Confirm Influencer Partnership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Finalize platform is fully function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Plan pilot run with or without ads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7086600" y="4191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ENSURE ALL PARTIES ARE HAPPY AND ALIGN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34550" y="4191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REVIEW BASIC DATA WITH FAMILY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REVIEW BASIC DATA WITH BRAND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382500" y="4191000"/>
            <a:ext cx="24955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DaaS pre-sales HKD 200K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Data Analyst hire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Dashboard specs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030450" y="4191000"/>
            <a:ext cx="24955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Series A pitch NEST VC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Trial results compile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Team scale to 5 FTE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71500" y="6238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BF63"/>
                </a:solidFill>
                <a:latin typeface="Exo 2"/>
                <a:ea typeface="Exo 2"/>
                <a:cs typeface="Exo 2"/>
                <a:sym typeface="Exo 2"/>
              </a:rPr>
              <a:t>LOREEN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85938" y="5715000"/>
            <a:ext cx="2495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Explore any C beauty brand with reputation WK13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Brand Final support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Visual assets prep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3865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Brand upload and follow up with influencer for launch project IF brands sign up for the service.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08660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HER BRANDS CONTENT AND PRODUCTS ARE ALREADY READY FOR LAUNCH.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73455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BOTH VENDOR AND INFLUENCERS KNOWS 100% TO USE THEIR TOOLS.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382500" y="5715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DaaS brand identity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Report templates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030450" y="5715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Pitch deck design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Final brand package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76250" y="7448550"/>
            <a:ext cx="1238250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COST /</a:t>
            </a:r>
          </a:p>
          <a:p>
            <a:pPr algn="l" marL="0" indent="0" lvl="0">
              <a:lnSpc>
                <a:spcPts val="12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REVENUE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907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$15K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4386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$20K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0866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$35K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$5K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345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$40K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$15K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3825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$45K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$40K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0304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$30K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$80K</a:t>
            </a:r>
          </a:p>
        </p:txBody>
      </p:sp>
      <p:sp>
        <p:nvSpPr>
          <p:cNvPr name="AutoShape 81" id="81"/>
          <p:cNvSpPr/>
          <p:nvPr/>
        </p:nvSpPr>
        <p:spPr>
          <a:xfrm>
            <a:off x="476250" y="7267575"/>
            <a:ext cx="17145000" cy="0"/>
          </a:xfrm>
          <a:prstGeom prst="line">
            <a:avLst/>
          </a:prstGeom>
          <a:ln cap="flat" w="9525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476250" y="2505075"/>
            <a:ext cx="17145000" cy="0"/>
          </a:xfrm>
          <a:prstGeom prst="line">
            <a:avLst/>
          </a:prstGeom>
          <a:ln cap="flat" w="9525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DAHMiLsNPjk</dc:identifier>
  <dcterms:modified xsi:type="dcterms:W3CDTF">2011-08-01T06:04:30Z</dcterms:modified>
  <cp:revision>1</cp:revision>
  <dc:title>6-Month Roadmap Timeline Table</dc:title>
</cp:coreProperties>
</file>
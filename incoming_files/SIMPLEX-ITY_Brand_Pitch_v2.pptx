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4114800"/>
            <a:ext cx="4416552" cy="2743200"/>
          </a:xfrm>
          <a:prstGeom prst="rect">
            <a:avLst/>
          </a:prstGeom>
          <a:solidFill>
            <a:srgbClr val="BAB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2926080" cy="10552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AA"/>
                </a:solidFill>
                <a:latin typeface="Montserrat"/>
              </a:rPr>
              <a:t>BRAND PARTNERSHIP DECK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A1A1F"/>
                </a:solidFill>
                <a:latin typeface="Montserrat"/>
              </a:rPr>
              <a:t>Asian beauty,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8C82FC"/>
                </a:solidFill>
                <a:latin typeface="Montserrat"/>
              </a:rPr>
              <a:t>curated with intent.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5A6A"/>
                </a:solidFill>
                <a:latin typeface="Montserrat"/>
              </a:rPr>
              <a:t>Where creators guide discovery — and brands connect
with audiences who are ready to buy.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029200"/>
            <a:ext cx="5029200" cy="43891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06577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ONE STOP ASIAN BEAUTY  :  SIMPLIFY TO AMPLIFY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  <a:latin typeface="Montserrat"/>
              </a:rPr>
              <a:t>kieran@5senses.global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01 —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The beauty brand challenge.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6A"/>
                </a:solidFill>
                <a:latin typeface="Montserrat"/>
              </a:rPr>
              <a:t>Too many influencers. Too little certainty. No way to see real results.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11612880" cy="713232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64008" cy="71323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F"/>
                </a:solidFill>
                <a:latin typeface="Montserrat"/>
              </a:rPr>
              <a:t>No way to verify if an influencer's audience actually buys beauty products.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90087"/>
            <a:ext cx="11612880" cy="713232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990087"/>
            <a:ext cx="64008" cy="71323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5467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F"/>
                </a:solidFill>
                <a:latin typeface="Montserrat"/>
              </a:rPr>
              <a:t>Virtual try-on technology is expensive and disconnected from campaigns.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77055"/>
            <a:ext cx="11612880" cy="713232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877055"/>
            <a:ext cx="64008" cy="71323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41647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F"/>
                </a:solidFill>
                <a:latin typeface="Montserrat"/>
              </a:rPr>
              <a:t>HK beauty brands have no centralised platform to manage influencer ROI.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64023"/>
            <a:ext cx="11612880" cy="713232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764023"/>
            <a:ext cx="64008" cy="71323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286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F"/>
                </a:solidFill>
                <a:latin typeface="Montserrat"/>
              </a:rPr>
              <a:t>Influencer reliability tracked manually — campaigns fail mid-execution.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02 —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F"/>
                </a:solidFill>
                <a:latin typeface="Montserrat"/>
              </a:rPr>
              <a:t>Simplex-ity — beauty marketing, simplified.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6A"/>
                </a:solidFill>
                <a:latin typeface="Montserrat"/>
              </a:rPr>
              <a:t>One platform. Verified creators. Real results.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5669280" cy="196596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566928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E50FB"/>
                </a:solidFill>
                <a:latin typeface="Montserrat"/>
              </a:rPr>
              <a:t>Verified Creator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70048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F"/>
                </a:solidFill>
                <a:latin typeface="Montserrat"/>
              </a:rPr>
              <a:t>Curated influencers matched to your brand by audience data and delivery record — not follower 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669280" cy="196596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566928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762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E50FB"/>
                </a:solidFill>
                <a:latin typeface="Montserrat"/>
              </a:rPr>
              <a:t>TINT Virtual Try-On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70048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F"/>
                </a:solidFill>
                <a:latin typeface="Montserrat"/>
              </a:rPr>
              <a:t>Integrated makeup try-on so consumers experience your products inside creator content, before they buy.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51960"/>
            <a:ext cx="5669280" cy="196596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251960"/>
            <a:ext cx="566928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165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E50FB"/>
                </a:solidFill>
                <a:latin typeface="Montserrat"/>
              </a:rPr>
              <a:t>Reliability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10328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F"/>
                </a:solidFill>
                <a:latin typeface="Montserrat"/>
              </a:rPr>
              <a:t>Every creator is rated on delivery, engagement, and conversion. You only work with proven performers.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51960"/>
            <a:ext cx="5669280" cy="196596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251960"/>
            <a:ext cx="566928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4165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E50FB"/>
                </a:solidFill>
                <a:latin typeface="Montserrat"/>
              </a:rPr>
              <a:t>End-to-End Campaign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10328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F"/>
                </a:solidFill>
                <a:latin typeface="Montserrat"/>
              </a:rPr>
              <a:t>From brief to full performance report — live counts, blog posts, commission tracking in one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6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645920" cy="593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03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F"/>
                </a:solidFill>
                <a:latin typeface="Montserrat"/>
              </a:rPr>
              <a:t>Four steps from brief to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274320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C82FC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Montserrat"/>
              </a:rPr>
              <a:t>Brief &amp;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Share your product, budget and audience. We match you to creators selected for real relevance.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39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69164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691640"/>
            <a:ext cx="274320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874519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C82FC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Montserrat"/>
              </a:rPr>
              <a:t>Try-On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154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TINT virtual makeup try-on embedded in creator content — consumers experience before they buy.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9164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691640"/>
            <a:ext cx="274320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74519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C82FC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Montserrat"/>
              </a:rPr>
              <a:t>Campaign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54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Creators go live and publish. Every delivery tracked in real time — live counts, posts, reach.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69164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1691640"/>
            <a:ext cx="274320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1874519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C82FC"/>
                </a:solidFill>
                <a:latin typeface="Montserrat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Montserrat"/>
              </a:rPr>
              <a:t>Performance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154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Full ROI report — reach, engagement, conversions, commission breakdown, next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04 — WHAT SETS US APART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TINT Virtual Try-On.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Montserrat"/>
              </a:rPr>
              <a:t>The most realistic makeup try-on available — embedded directly in creator content.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2743200" cy="20116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274320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103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E50FB"/>
                </a:solidFill>
                <a:latin typeface="Montserrat"/>
              </a:rPr>
              <a:t>200%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9718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F"/>
                </a:solidFill>
                <a:latin typeface="Montserrat"/>
              </a:rPr>
              <a:t>More conversions
vs standard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965960"/>
            <a:ext cx="2743200" cy="20116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965960"/>
            <a:ext cx="274320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2103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E50FB"/>
                </a:solidFill>
                <a:latin typeface="Montserrat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9718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F"/>
                </a:solidFill>
                <a:latin typeface="Montserrat"/>
              </a:rPr>
              <a:t>Higher average
order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65960"/>
            <a:ext cx="2743200" cy="20116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965960"/>
            <a:ext cx="274320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E50FB"/>
                </a:solidFill>
                <a:latin typeface="Montserrat"/>
              </a:rPr>
              <a:t>300%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F"/>
                </a:solidFill>
                <a:latin typeface="Montserrat"/>
              </a:rPr>
              <a:t>Higher engagement
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965960"/>
            <a:ext cx="2743200" cy="20116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965960"/>
            <a:ext cx="274320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103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E50FB"/>
                </a:solidFill>
                <a:latin typeface="Montserrat"/>
              </a:rPr>
              <a:t>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9718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F"/>
                </a:solidFill>
                <a:latin typeface="Montserrat"/>
              </a:rPr>
              <a:t>AI beauty market
CAGR 2025–2033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F"/>
                </a:solidFill>
                <a:latin typeface="Montserrat"/>
              </a:rPr>
              <a:t>What TINT delivers: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7091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6A"/>
                </a:solidFill>
                <a:latin typeface="Montserrat"/>
              </a:rPr>
              <a:t>— Real-time AR lipstick, eyeshadow and foundation try-on within creator posts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1480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6A"/>
                </a:solidFill>
                <a:latin typeface="Montserrat"/>
              </a:rPr>
              <a:t>— AI skin-tone analysis with personalised product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58698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6A"/>
                </a:solidFill>
                <a:latin typeface="Montserrat"/>
              </a:rPr>
              <a:t>— Embeds directly in influencer content and brand pages — no app download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05 — 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A market ready to be shaped.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2743200" cy="2560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2743200" cy="6400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E50FB"/>
                </a:solidFill>
                <a:latin typeface="Montserrat"/>
              </a:rPr>
              <a:t>$2.3B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Global AI Beauty
Personalization
Market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91640"/>
            <a:ext cx="2743200" cy="2560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691640"/>
            <a:ext cx="2743200" cy="6400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87451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E50FB"/>
                </a:solidFill>
                <a:latin typeface="Montserrat"/>
              </a:rPr>
              <a:t>$2.03B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697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Influencer Platform
Market size
by 2031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2743200" cy="2560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2743200" cy="6400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87451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E50FB"/>
                </a:solidFill>
                <a:latin typeface="Montserrat"/>
              </a:rPr>
              <a:t>45.3%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697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Instagram's share of
HK influencer
marketing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691640"/>
            <a:ext cx="2743200" cy="2560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691640"/>
            <a:ext cx="2743200" cy="6400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87451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E50FB"/>
                </a:solidFill>
                <a:latin typeface="Montserrat"/>
              </a:rPr>
              <a:t>68%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697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Beauty purchases
influenced by
social discovery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72000"/>
            <a:ext cx="11640312" cy="16459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572000"/>
            <a:ext cx="11640312" cy="6400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09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AA"/>
                </a:solidFill>
                <a:latin typeface="Montserrat"/>
              </a:rPr>
              <a:t>HK Market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20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F"/>
                </a:solidFill>
                <a:latin typeface="Montserrat"/>
              </a:rPr>
              <a:t>Instagram leads HK influencer marketing at 45.3% — but Xiaohongshu (XHS) is the fastest growing platform in HK beauty. Simplex-ity is positioned across both. TikTok Shop grew beauty sales 108% in 2025. 68% of global beauty purchases are influenced at the discovery stage.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6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645920" cy="593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06 — WHAT YOU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F"/>
                </a:solidFill>
                <a:latin typeface="Montserrat"/>
              </a:rPr>
              <a:t>Simplex-ity brand partnership — included.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5669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54864" cy="12344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0299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Creator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4688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AI-curated creators whose audience matches your target customer — selected, not scraped.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669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4864" cy="12344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0299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TINT Try-On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Virtual makeup try-on embedded in posts and your brand page. No extra tech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83280"/>
            <a:ext cx="5669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383280"/>
            <a:ext cx="54864" cy="12344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493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Multi-Platform Campaigns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93192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Instagram, XHS, TikTok — unified tracking, single dashboard.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383280"/>
            <a:ext cx="5669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54864" cy="12344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93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Real-Time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93192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Live campaign data — views, conversions, commission paid, delivery status.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46320"/>
            <a:ext cx="5669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846320"/>
            <a:ext cx="54864" cy="12344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49560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Reliability Guarantee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5394959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Every creator pre-vetted. Reliability scores mean no ghost deliveries.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846320"/>
            <a:ext cx="5669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846320"/>
            <a:ext cx="54864" cy="12344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9560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Full Campaign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5394959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Post-campaign ROI analysis with clear next-campaign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07 — BRAND MEMBERSHIP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Three tiers. One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566160" cy="493776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3566160" cy="6400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1F"/>
                </a:solidFill>
                <a:latin typeface="Montserrat"/>
              </a:rPr>
              <a:t>Essential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5915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A5A6A"/>
                </a:solidFill>
                <a:latin typeface="Montserrat"/>
              </a:rPr>
              <a:t>Entry-level brands
&amp; new launches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358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1 campaign / quarter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015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Up to 5 creators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673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TINT try-on (basic)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330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Performance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172200"/>
            <a:ext cx="3200400" cy="34747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1904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HK$400 /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691640"/>
            <a:ext cx="3566160" cy="4937760"/>
          </a:xfrm>
          <a:prstGeom prst="rect">
            <a:avLst/>
          </a:prstGeom>
          <a:solidFill>
            <a:srgbClr val="BAB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691640"/>
            <a:ext cx="3566160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E50FB"/>
                </a:solidFill>
                <a:latin typeface="Montserrat"/>
              </a:rPr>
              <a:t>Professional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35915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A5A6A"/>
                </a:solidFill>
                <a:latin typeface="Montserrat"/>
              </a:rPr>
              <a:t>Scaling brands
&amp; seasonal pushes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0358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2 campaigns / quarter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4015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Up to 15 creators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7673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Full TINT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1330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Real-time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4988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Priority matching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172200"/>
            <a:ext cx="3200400" cy="34747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61904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HK$900 /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1691640"/>
            <a:ext cx="3566160" cy="493776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1691640"/>
            <a:ext cx="3566160" cy="6400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1F"/>
                </a:solidFill>
                <a:latin typeface="Montserrat"/>
              </a:rPr>
              <a:t>Enterprise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35915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A5A6A"/>
                </a:solidFill>
                <a:latin typeface="Montserrat"/>
              </a:rPr>
              <a:t>Established brands
&amp; multi-channel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0358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Unlimited campaigns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4015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Unlimited creators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7673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Custom TINT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41330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Dedicated manager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44988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✓  Monthly strategy call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59" y="6172200"/>
            <a:ext cx="3200400" cy="34747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59" y="61904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HK$2,500 / month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560320" cy="9233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2801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ontserrat"/>
              </a:rPr>
              <a:t>Let's build something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8C82FC"/>
                </a:solidFill>
                <a:latin typeface="Montserrat"/>
              </a:rPr>
              <a:t>beautiful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AB4FD"/>
                </a:solidFill>
                <a:latin typeface="Montserrat"/>
              </a:rPr>
              <a:t>Join Simplex-ity as a brand partner.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5943600" cy="54864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B4FD"/>
                </a:solidFill>
                <a:latin typeface="Montserrat"/>
              </a:rPr>
              <a:t>kieran@5senses.global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B4FD"/>
                </a:solidFill>
                <a:latin typeface="Montserrat"/>
              </a:rPr>
              <a:t>Room 1608, 16/F APEC Plaza, 49 Hoi Yuen Road, Kwun Tong, HK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B4FD"/>
                </a:solidFill>
                <a:latin typeface="Montserrat"/>
              </a:rPr>
              <a:t>SIMPLEX-ITY by 5SENSESBEAUTY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B4FD"/>
                </a:solidFill>
                <a:latin typeface="Montserrat"/>
              </a:rPr>
              <a:t>simplex-ity.fluentlab.co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C82FC"/>
                </a:solidFill>
                <a:latin typeface="Montserrat"/>
              </a:rPr>
              <a:t>ONE STOP ASIAN BEAUTY  :  SIMPLIFY TO AMPLIFY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6576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Discover Asian beauty
with more confidence.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
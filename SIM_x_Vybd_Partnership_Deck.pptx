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Exo 2"/>
              </a:rPr>
              <a:t>SIMPLEX-ITY × VYBD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6FE"/>
                </a:solidFill>
                <a:latin typeface="Montserrat"/>
              </a:rPr>
              <a:t>Strategic Partnership Research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AB4FD"/>
                </a:solidFill>
                <a:latin typeface="Montserrat"/>
              </a:rPr>
              <a:t>Why Vybd is the US Operations Backbone for SIM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6FE"/>
                </a:solidFill>
                <a:latin typeface="Montserrat"/>
              </a:rPr>
              <a:t>Prepared by Simpee  |  June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E6FE"/>
                </a:solidFill>
                <a:latin typeface="Exo 2"/>
              </a:rPr>
              <a:t>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B4FD"/>
                </a:solidFill>
                <a:latin typeface="Montserrat"/>
              </a:rPr>
              <a:t>× VYBD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THE PROBLEM  —  Without Vybd, SIM Hits a Wall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59436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Exo 2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xo 2"/>
              </a:rPr>
              <a:t>No US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How do Korean skincare brands get products to US influencers? SIM has no answer without a fulfilment partner.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Exo 2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xo 2"/>
              </a:rPr>
              <a:t>FDA &amp; Customs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Every cosmetics product entering the US needs FDA registration &amp; customs classification. One mistake = shipment blocked.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743200" cy="59436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Exo 2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xo 2"/>
              </a:rPr>
              <a:t>Scattered Vendors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Without Vybd, SIM would need to coordinate 3PLs, customs brokers, agencies &amp; software separately — impossible at launch.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280160"/>
            <a:ext cx="2743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280160"/>
            <a:ext cx="2743200" cy="59436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298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Exo 2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325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Exo 2"/>
              </a:rPr>
              <a:t>Brand Trust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Asian brands won't commit to SIM if SIM can't explain how their products physically reach US influencers.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WHAT IS VYBD?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E50FB"/>
                </a:solidFill>
                <a:latin typeface="Montserrat"/>
              </a:rPr>
              <a:t>"You bring the vibe. We bring the operations team."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F"/>
                </a:solidFill>
                <a:latin typeface="Montserrat"/>
              </a:rPr>
              <a:t>Vybd is an AI-powered US market operations OS built for international brands entering the US market.
Target: Brands with $500K–$5M revenue in home market. Promise: 14-day US market launch.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Customs docs, FDA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Market Intel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Competitors,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E-Commerce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Listings, inventory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Marketing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Campaigns,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Logistics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Carriers, 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Warehousing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Stock, replenishment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2834640"/>
            <a:ext cx="155448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98480" y="2834640"/>
            <a:ext cx="155448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01400" y="28529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3520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4069080"/>
            <a:ext cx="1417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Coordination, exceptions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vybd.ai  |  hello@vybd.com  |  Status: Early Access Pilot (Limited Spots)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HOW SIM + VYBD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029200" cy="5943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Exo 2"/>
              </a:rPr>
              <a:t>SIM HANDLES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Brand Recruitment — onboard Korean skincare brands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Influencer Matching — connect brands with US influencers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11296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Campaign Strategy — set objectives &amp; content briefs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61104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Platform Data — capture performance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1091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NEST VC Reporting — present validated trial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4747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E50FB"/>
                </a:solidFill>
                <a:latin typeface="Segoe UI Emoji"/>
              </a:rPr>
              <a:t>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42519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6070"/>
                </a:solidFill>
                <a:latin typeface="Montserrat"/>
              </a:rPr>
              <a:t>FULL
PARTNER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28016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280160"/>
            <a:ext cx="5029200" cy="59436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325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Exo 2"/>
              </a:rPr>
              <a:t>VYBD HANDLES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011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US Customs &amp; FDA compliance per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6148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US Warehousing for product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11296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Shipping samples to US influencers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261104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US Market Intelligence per brand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01091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✓  Operations coordination &amp; exceptions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E50FB"/>
                </a:solidFill>
                <a:latin typeface="Montserrat"/>
              </a:rPr>
              <a:t>Result: SIM becomes a TRUE end-to-end US market entry platform — not just a matchmaker.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KEY BENEFITS TO 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173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Zero Headcount
for US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No need to hire logistics, compliance or ops staff in the US. Vybd's AI agents do it 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801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8016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173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14-Day Brand
US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Each new brand SIM onboards can be live in the US within 14 days — powerful pitch to NEST VC.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173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Full NEST VC
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240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SIM + Vybd = complete platform with validated ops. Not just a concept — a working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Scales with
Zero SIM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Add 10 or 100 brands — Vybd scales. SIM's cost per brand drops as volume grows.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84048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84048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Brand Trust
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Korean brands ask 'how do products reach influencers?' Vybd is the answer. Removes biggest objection.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84048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3566160" cy="7315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39776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E50FB"/>
                </a:solidFill>
                <a:latin typeface="Exo 2"/>
              </a:rPr>
              <a:t>Co-Pilot
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Both in early stage. SIM can negotiate a strategic co-pilot deal — not just a customer fee.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ESTIMATED COSTS  —  3-Month Trial (5 Brands)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70"/>
                </a:solidFill>
                <a:latin typeface="Montserrat"/>
              </a:rPr>
              <a:t>Note: Vybd pricing is not yet public (pilot stage). Estimates based on comparable US fulfilment + ops platforms.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612880" cy="5029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Exo 2"/>
              </a:rPr>
              <a:t>COST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190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Exo 2"/>
              </a:rPr>
              <a:t>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19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Exo 2"/>
              </a:rPr>
              <a:t>EST. RANGE (USD)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719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Exo 2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11612880" cy="62179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048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Vybd Platform / Ops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048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Montserrat"/>
              </a:rPr>
              <a:t>Per brand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04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$800 – $2,000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4048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Monthly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90087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632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US Customs &amp; FDA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632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Montserrat"/>
              </a:rPr>
              <a:t>Per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0632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$500 – $1,500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0632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One-time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62179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21607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US Warehousing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21607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Montserrat"/>
              </a:rPr>
              <a:t>Per brand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216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$200 – $500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72160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06824"/>
            <a:ext cx="11612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7997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Influencer Sample Shipping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3799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Montserrat"/>
              </a:rPr>
              <a:t>Per package (US)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799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$8 – $25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3799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Per shipment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65192"/>
            <a:ext cx="11612880" cy="621792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3834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F"/>
                </a:solidFill>
                <a:latin typeface="Montserrat"/>
              </a:rPr>
              <a:t>Market Intelligence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383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6070"/>
                </a:solidFill>
                <a:latin typeface="Montserrat"/>
              </a:rPr>
              <a:t>Per brand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0383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  <a:latin typeface="Montserrat"/>
              </a:rPr>
              <a:t>$100 – $300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0383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F"/>
                </a:solidFill>
                <a:latin typeface="Montserrat"/>
              </a:rPr>
              <a:t>Monthly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760720"/>
            <a:ext cx="11612880" cy="8229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806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Exo 2"/>
              </a:rPr>
              <a:t>5 Brands — Monthly Burn Estimate: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806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6FE"/>
                </a:solidFill>
                <a:latin typeface="Exo 2"/>
              </a:rPr>
              <a:t>$5,500 – $14,500 / 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Exo 2"/>
              </a:rPr>
              <a:t>PREDICTED VALUE  —  Revenue Potential Post-Trial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xo 2"/>
              </a:rPr>
              <a:t>CONSERVATIVE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C82FC"/>
                </a:solidFill>
                <a:latin typeface="Exo 2"/>
              </a:rPr>
              <a:t>10 Brands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70"/>
                </a:solidFill>
                <a:latin typeface="Montserrat"/>
              </a:rPr>
              <a:t>$2,000/mo platform fee
+ 15% campaign commission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03320"/>
            <a:ext cx="3291840" cy="1097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E50FB"/>
                </a:solidFill>
                <a:latin typeface="Exo 2"/>
              </a:rPr>
              <a:t>$20,000 – $25,000 MRR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xo 2"/>
              </a:rPr>
              <a:t>MODERATE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50FB"/>
                </a:solidFill>
                <a:latin typeface="Exo 2"/>
              </a:rPr>
              <a:t>25 Brands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70"/>
                </a:solidFill>
                <a:latin typeface="Montserrat"/>
              </a:rPr>
              <a:t>$2,000/mo platform fee
+ 15% campaign commission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703320"/>
            <a:ext cx="3291840" cy="1097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E50FB"/>
                </a:solidFill>
                <a:latin typeface="Exo 2"/>
              </a:rPr>
              <a:t>$50,000 – $65,000 MRR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solidFill>
            <a:srgbClr val="1A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325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Exo 2"/>
              </a:rPr>
              <a:t>OPTIMISTIC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F"/>
                </a:solidFill>
                <a:latin typeface="Exo 2"/>
              </a:rPr>
              <a:t>50 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70"/>
                </a:solidFill>
                <a:latin typeface="Montserrat"/>
              </a:rPr>
              <a:t>$2,000/mo platform fee
+ 15% campaign commission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3703320"/>
            <a:ext cx="3291840" cy="1097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794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E50FB"/>
                </a:solidFill>
                <a:latin typeface="Exo 2"/>
              </a:rPr>
              <a:t>$100,000 – $130,000 MRR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F"/>
                </a:solidFill>
                <a:latin typeface="Montserrat"/>
              </a:rPr>
              <a:t>With Vybd as ops backbone, SIM can scale from 5 trial brands to 50 without adding headcount.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070"/>
                </a:solidFill>
                <a:latin typeface="Montserrat"/>
              </a:rPr>
              <a:t>These figures represent SIM platform revenue only. Vybd fees reduce net margin but are largely passed to brands.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Exo 2"/>
              </a:rPr>
              <a:t>WHY NOW  &amp;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6FE"/>
                </a:solidFill>
                <a:latin typeface="Exo 2"/>
              </a:rPr>
              <a:t>WHY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30352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→  Both SIM and Vybd are in early/pilot stage — leverage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30352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→  Vybd has limited pilot spots — first mover advantage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530352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→  NEST VC needs a complete platform story — Vybd fills the ops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30352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→  SIM's 3-month trial plan needs US fulfilment NOW — not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6FE"/>
                </a:solidFill>
                <a:latin typeface="Exo 2"/>
              </a:rPr>
              <a:t>NEXT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783080"/>
            <a:ext cx="1005840" cy="6583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828800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783080"/>
            <a:ext cx="411480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8288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Email Vybd at hello@vybd.com — frame as strategic co-pilot, not just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560320"/>
            <a:ext cx="1005840" cy="6583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606040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Week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560320"/>
            <a:ext cx="411480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60604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Schedule intro call — present SIM's 3-month trial plan + brand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337560"/>
            <a:ext cx="1005840" cy="6583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3383280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Week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3337560"/>
            <a:ext cx="411480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3832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Negotiate pilot pricing — aim for revenue-share model vs fixed monthly fee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114800"/>
            <a:ext cx="1005840" cy="65836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4160520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  <a:latin typeface="Exo 2"/>
              </a:rPr>
              <a:t>Week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4114800"/>
            <a:ext cx="4114800" cy="658368"/>
          </a:xfrm>
          <a:prstGeom prst="rect">
            <a:avLst/>
          </a:prstGeom>
          <a:solidFill>
            <a:srgbClr val="4A3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41605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Sign MOU — Vybd confirmed as SIM's official US Ops Partner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6FE"/>
                </a:solidFill>
                <a:latin typeface="Montserrat"/>
              </a:rPr>
              <a:t>Prepared by Simpee  ×  SIMPLEX-ITY  |  June 2026  |  CONFIDENTIAL  |  vybd.ai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
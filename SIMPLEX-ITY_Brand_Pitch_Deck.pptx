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5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SIMPLEX-ITY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>
                <a:solidFill>
                  <a:srgbClr val="EDE9FE"/>
                </a:solidFill>
              </a:rPr>
              <a:t>Beauty-Tech Marketing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474720"/>
            <a:ext cx="36576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</a:rPr>
              <a:t>Brand Partnership Deck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Connecting Brands × Influencers × AI Try-On Technology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60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kieran@5senses.global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5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Beauty brands are wasting budget on the wrong influencers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10058400" cy="502920"/>
          </a:xfrm>
          <a:prstGeom prst="rect">
            <a:avLst/>
          </a:prstGeom>
          <a:solidFill>
            <a:srgbClr val="2D1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4027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❌  No way to verify if an influencer's audience actually buys beauty products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852928"/>
            <a:ext cx="10058400" cy="502920"/>
          </a:xfrm>
          <a:prstGeom prst="rect">
            <a:avLst/>
          </a:prstGeom>
          <a:solidFill>
            <a:srgbClr val="2D1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89864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❌  Virtual try-on technology is expensive &amp; disconnected from influencer campaigns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511296"/>
            <a:ext cx="10058400" cy="502920"/>
          </a:xfrm>
          <a:prstGeom prst="rect">
            <a:avLst/>
          </a:prstGeom>
          <a:solidFill>
            <a:srgbClr val="2D1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557015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❌  HK beauty brands have no centralised platform to manage influencer ROI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169663"/>
            <a:ext cx="10058400" cy="502920"/>
          </a:xfrm>
          <a:prstGeom prst="rect">
            <a:avLst/>
          </a:prstGeom>
          <a:solidFill>
            <a:srgbClr val="2D1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215383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❌  Influencer reliability is tracked manually — campaigns fall apart mid-execution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5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9144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SIMPLEX-ITY — The All-in-One Beauty Marketing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03120"/>
            <a:ext cx="5029200" cy="1828800"/>
          </a:xfrm>
          <a:prstGeom prst="rect">
            <a:avLst/>
          </a:prstGeom>
          <a:solidFill>
            <a:srgbClr val="2D1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103120"/>
            <a:ext cx="502920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48839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🤖  AI-Powered Matching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06039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Smart algorithm pairs your brand with the most relevant influencers based on audience data and past performance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103120"/>
            <a:ext cx="5029200" cy="1828800"/>
          </a:xfrm>
          <a:prstGeom prst="rect">
            <a:avLst/>
          </a:prstGeom>
          <a:solidFill>
            <a:srgbClr val="2D1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2103120"/>
            <a:ext cx="502920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148839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💄  TINT AI Try-On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606039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Integrated virtual makeup try-on so consumers can test your products before buying — directly in influencer content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297680"/>
            <a:ext cx="5029200" cy="1828800"/>
          </a:xfrm>
          <a:prstGeom prst="rect">
            <a:avLst/>
          </a:prstGeom>
          <a:solidFill>
            <a:srgbClr val="2D1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297680"/>
            <a:ext cx="502920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4340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📊  Reliability Scoring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80060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Every influencer is rated on delivery, engagement, and conversion — so you only work with proven performers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4297680"/>
            <a:ext cx="5029200" cy="1828800"/>
          </a:xfrm>
          <a:prstGeom prst="rect">
            <a:avLst/>
          </a:prstGeom>
          <a:solidFill>
            <a:srgbClr val="2D1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4297680"/>
            <a:ext cx="502920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34340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🚀  End-to-End Campaigns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80060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From brief to delivery, we manage the entire campaign lifecycle — live counts, blog posts, commission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5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Simple 4-Step Campaign Journey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2468880" cy="4114800"/>
          </a:xfrm>
          <a:prstGeom prst="rect">
            <a:avLst/>
          </a:prstGeom>
          <a:solidFill>
            <a:srgbClr val="2D1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2468880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060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Brand Onboards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20040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DE9FE"/>
                </a:solidFill>
              </a:rPr>
              <a:t>Share your product, budget &amp; target audience. We match you to verified influencers instantly.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474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828800"/>
            <a:ext cx="2468880" cy="4114800"/>
          </a:xfrm>
          <a:prstGeom prst="rect">
            <a:avLst/>
          </a:prstGeom>
          <a:solidFill>
            <a:srgbClr val="2D1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1828800"/>
            <a:ext cx="2468880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874519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6060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TINT Try-On Setup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20040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DE9FE"/>
                </a:solidFill>
              </a:rPr>
              <a:t>We integrate AI virtual try-on into your campaign so consumers can try before they buy.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3474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828800"/>
            <a:ext cx="2468880" cy="4114800"/>
          </a:xfrm>
          <a:prstGeom prst="rect">
            <a:avLst/>
          </a:prstGeom>
          <a:solidFill>
            <a:srgbClr val="2D1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1874519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6060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Campaign Execution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20040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DE9FE"/>
                </a:solidFill>
              </a:rPr>
              <a:t>Influencers go LIVE and publish blogs. We track every delivery in real time.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474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69680" y="1828800"/>
            <a:ext cx="2468880" cy="4114800"/>
          </a:xfrm>
          <a:prstGeom prst="rect">
            <a:avLst/>
          </a:prstGeom>
          <a:solidFill>
            <a:srgbClr val="2D1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69680" y="1828800"/>
            <a:ext cx="2468880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19" y="1874519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26060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Performance 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320040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DE9FE"/>
                </a:solidFill>
              </a:rPr>
              <a:t>Full ROI report — reach, engagement, conversions, commission breakdown.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5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OUR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TINT AI Virtual Try-On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EDE9FE"/>
                </a:solidFill>
              </a:rPr>
              <a:t>Powered by Banuba — the world's most realistic makeup try-on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377440"/>
            <a:ext cx="2286000" cy="1828800"/>
          </a:xfrm>
          <a:prstGeom prst="rect">
            <a:avLst/>
          </a:prstGeom>
          <a:solidFill>
            <a:srgbClr val="2D1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377440"/>
            <a:ext cx="22860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7C3AED"/>
                </a:solidFill>
              </a:rPr>
              <a:t>200%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More Conversions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2377440"/>
            <a:ext cx="2286000" cy="1828800"/>
          </a:xfrm>
          <a:prstGeom prst="rect">
            <a:avLst/>
          </a:prstGeom>
          <a:solidFill>
            <a:srgbClr val="2D1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2377440"/>
            <a:ext cx="22860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25146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7C3AED"/>
                </a:solidFill>
              </a:rPr>
              <a:t>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3375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Higher Avg Order Value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377440"/>
            <a:ext cx="2286000" cy="1828800"/>
          </a:xfrm>
          <a:prstGeom prst="rect">
            <a:avLst/>
          </a:prstGeom>
          <a:solidFill>
            <a:srgbClr val="2D1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2377440"/>
            <a:ext cx="22860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5146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7C3AED"/>
                </a:solidFill>
              </a:rPr>
              <a:t>300%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3375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Higher Engagement 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2377440"/>
            <a:ext cx="2286000" cy="1828800"/>
          </a:xfrm>
          <a:prstGeom prst="rect">
            <a:avLst/>
          </a:prstGeom>
          <a:solidFill>
            <a:srgbClr val="2D1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2377440"/>
            <a:ext cx="22860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25146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7C3AED"/>
                </a:solidFill>
              </a:rPr>
              <a:t>17%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3375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AI Beauty Market CAGR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805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What TINT Does: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834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DE9FE"/>
                </a:solidFill>
              </a:rPr>
              <a:t>✅  Real-time AR lipstick, eyeshadow, foundation try-on   ✅  AI skin tone analysis &amp; product recommendation   ✅  Embeds directly in influencer content &amp; brand pages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5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 Market Ready to Be Captured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2286000" cy="2743200"/>
          </a:xfrm>
          <a:prstGeom prst="rect">
            <a:avLst/>
          </a:prstGeom>
          <a:solidFill>
            <a:srgbClr val="2D1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2286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7C3AED"/>
                </a:solidFill>
              </a:rPr>
              <a:t>$2.3B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Global AI Beauty
Personalization Market
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1828800"/>
            <a:ext cx="2286000" cy="2743200"/>
          </a:xfrm>
          <a:prstGeom prst="rect">
            <a:avLst/>
          </a:prstGeom>
          <a:solidFill>
            <a:srgbClr val="2D1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0" y="1828800"/>
            <a:ext cx="2286000" cy="73152"/>
          </a:xfrm>
          <a:prstGeom prst="rect">
            <a:avLst/>
          </a:prstGeom>
          <a:solidFill>
            <a:srgbClr val="069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20116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6956E"/>
                </a:solidFill>
              </a:rPr>
              <a:t>$2.03B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9260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Influencer Marketing
Platform Market
by 2031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2286000" cy="2743200"/>
          </a:xfrm>
          <a:prstGeom prst="rect">
            <a:avLst/>
          </a:prstGeom>
          <a:solidFill>
            <a:srgbClr val="2D1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828800"/>
            <a:ext cx="22860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0116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9E0B"/>
                </a:solidFill>
              </a:rPr>
              <a:t>45.3%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9260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Instagram's share of
HK Influencer
Marketing 2025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828800"/>
            <a:ext cx="2286000" cy="2743200"/>
          </a:xfrm>
          <a:prstGeom prst="rect">
            <a:avLst/>
          </a:prstGeom>
          <a:solidFill>
            <a:srgbClr val="2D1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1828800"/>
            <a:ext cx="228600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20116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F4444"/>
                </a:solidFill>
              </a:rPr>
              <a:t>68%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9260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Beauty purchases
influenced by
social discovery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HK Specific Insight: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DE9FE"/>
                </a:solidFill>
              </a:rPr>
              <a:t>Instagram dominates (45.3%) but XHS (Xiaohongshu) is the fastest growing platform in HK beauty — SIMPLEX-ITY is positioned across BOTH.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5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BRAND PARTNERSHIP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You Get as a SIMPLEX-ITY Brand Partner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</a:rPr>
              <a:t>🎯  Verified Influencer Matching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2860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AI-curated list of influencers whose audience matches your brand's target customer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</a:rPr>
              <a:t>💄  TINT Try-On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22860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Virtual makeup try-on embedded in influencer posts and your brand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</a:rPr>
              <a:t>📱  Multi-Platform Campaigns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5204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Instagram, XHS, TikTok — coordinated across platforms with unified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154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</a:rPr>
              <a:t>📊  Real-Time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35204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Live campaign performance — views, clicks, conversions, commission paid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</a:rPr>
              <a:t>🛡️  Reliability Guarantee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7548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All influencers are pre-vetted with reliability scores — no ghost deliveries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3891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</a:rPr>
              <a:t>📋  Full Campaign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47548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Post-campaign ROI analysis with recommendations for next campaign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5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Brand Membership Tiers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474720" cy="4754880"/>
          </a:xfrm>
          <a:prstGeom prst="rect">
            <a:avLst/>
          </a:prstGeom>
          <a:solidFill>
            <a:srgbClr val="2D1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3474720" cy="5029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EDE9FE"/>
                </a:solidFill>
              </a:rPr>
              <a:t>Entry-level brands
&amp; new launches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1 campaign/quarter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0215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Up to 5 influencers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4962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Basic TINT try-on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9709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Performance report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6035040"/>
            <a:ext cx="2926080" cy="34747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60533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Contact for pricing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737360"/>
            <a:ext cx="3474720" cy="4754880"/>
          </a:xfrm>
          <a:prstGeom prst="rect">
            <a:avLst/>
          </a:prstGeom>
          <a:solidFill>
            <a:srgbClr val="3D1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737360"/>
            <a:ext cx="347472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7830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3774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EDE9FE"/>
                </a:solidFill>
              </a:rPr>
              <a:t>Scaling brands
&amp; seasonal pushes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15468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2 campaigns/quarter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50215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Up to 15 influencers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84962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Full TINT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19709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Real-time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54456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Priority matching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6035040"/>
            <a:ext cx="292608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60533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Contact for pricing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0" y="1737360"/>
            <a:ext cx="3474720" cy="4754880"/>
          </a:xfrm>
          <a:prstGeom prst="rect">
            <a:avLst/>
          </a:prstGeom>
          <a:solidFill>
            <a:srgbClr val="2D1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63840" y="1737360"/>
            <a:ext cx="347472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79" y="17830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PREMIUM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23774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EDE9FE"/>
                </a:solidFill>
              </a:rPr>
              <a:t>Established brands
&amp; multi-channel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19" y="315468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Unlimited campaigns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9" y="350215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Unlimited influencers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19" y="384962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Custom TINT features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19" y="419709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Dedicated manager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19" y="454456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Monthly strategy call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6035040"/>
            <a:ext cx="292608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0" y="60533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Contact for pricing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5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7315200" cy="7315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Let's Build Something
Beautiful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DE9FE"/>
                </a:solidFill>
              </a:rPr>
              <a:t>Join SIMPLEX-ITY as a Brand Partner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931920"/>
            <a:ext cx="45720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📧  kieran@5senses.global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0915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🏢  Room 1608, 16/F APEC Plaza, 49 Hoi Yuen Road, Kwun Tong, HK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1207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🌐  SIMPLEX-ITY by 5SENSESBEAUTY LIMITED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60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</a:rPr>
              <a:t>BR No: 78459506-001-07-25-A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
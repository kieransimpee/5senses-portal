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5E50FB"/>
                </a:solidFill>
              </a:rPr>
              <a:t>SIMPLEX-ITY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31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Complete Membership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992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C82FC"/>
                </a:solidFill>
              </a:rPr>
              <a:t>For Consumers · Brands · Influencers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611880"/>
            <a:ext cx="457200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767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C8"/>
                </a:solidFill>
              </a:rPr>
              <a:t>June 2026  ·  Confidential</a:t>
            </a:r>
          </a:p>
        </p:txBody>
      </p:sp>
      <p:sp>
        <p:nvSpPr>
          <p:cNvPr id="9" name="Oval 8"/>
          <p:cNvSpPr/>
          <p:nvPr/>
        </p:nvSpPr>
        <p:spPr>
          <a:xfrm>
            <a:off x="8961120" y="1097280"/>
            <a:ext cx="2926080" cy="148132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48132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</a:rPr>
              <a:t>Consumer
Membership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0" y="2788920"/>
            <a:ext cx="2926080" cy="148132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17296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E50FB"/>
                </a:solidFill>
              </a:rPr>
              <a:t>Brand
Membership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0" y="4480560"/>
            <a:ext cx="2926080" cy="148132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486460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518"/>
                </a:solidFill>
              </a:rPr>
              <a:t>Influencer
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SECTION 1 · CONSUMER MEMBERSHIP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Join Free. Earn Points. Unlock Beauty Benefits.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Every consumer starts free — earn their way to VIP. No pressure, just rewards.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01952"/>
            <a:ext cx="3611880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3611880" cy="59436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BEAUTY INSIDER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3230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FREE — Sign Up &amp; 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Platform access — browse all brands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Basic TRY TOGETHER virtual try-on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Earn 1 point per HK$10 spent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QR review rewards (10% off next order)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Discover Asian beauty brands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Campaign flash access (standard)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861304"/>
            <a:ext cx="3337560" cy="347472"/>
          </a:xfrm>
          <a:prstGeom prst="ellipse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8873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START HERE — No Credit Card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1901952"/>
            <a:ext cx="3611880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1901952"/>
            <a:ext cx="36118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BEAUTY 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43230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HK$68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92608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All Insider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3649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Unlimited TRY TOGETHER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039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Double points — 2 pts per HK$10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2428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Auto re-order subscription discount 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Early access to campaign drops (24hr)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12064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Monthly beauty tips personalised by AI</a:t>
            </a:r>
          </a:p>
        </p:txBody>
      </p:sp>
      <p:sp>
        <p:nvSpPr>
          <p:cNvPr id="29" name="Oval 28"/>
          <p:cNvSpPr/>
          <p:nvPr/>
        </p:nvSpPr>
        <p:spPr>
          <a:xfrm>
            <a:off x="4251960" y="5861304"/>
            <a:ext cx="3337560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588873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MOST POPULAR</a:t>
            </a:r>
          </a:p>
        </p:txBody>
      </p:sp>
      <p:sp>
        <p:nvSpPr>
          <p:cNvPr id="31" name="Oval 30"/>
          <p:cNvSpPr/>
          <p:nvPr/>
        </p:nvSpPr>
        <p:spPr>
          <a:xfrm>
            <a:off x="7909560" y="1901952"/>
            <a:ext cx="3977639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1901952"/>
            <a:ext cx="3977639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993392"/>
            <a:ext cx="3703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BEAUTY VIP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432304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HK$168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926080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All Member benefits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364992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HautAI personal skin diagnostic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803904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Priority influencer live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242816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Exclusive VIP-only flash campaigns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681728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10% auto re-order discount (vs 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120640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Monthly surprise beauty sample (brand-sponsored)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559552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Dedicated beauty concierge (AI)</a:t>
            </a:r>
          </a:p>
        </p:txBody>
      </p:sp>
      <p:sp>
        <p:nvSpPr>
          <p:cNvPr id="42" name="Oval 41"/>
          <p:cNvSpPr/>
          <p:nvPr/>
        </p:nvSpPr>
        <p:spPr>
          <a:xfrm>
            <a:off x="8046720" y="5861304"/>
            <a:ext cx="3703319" cy="347472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5888736"/>
            <a:ext cx="37033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BEST VALUE</a:t>
            </a:r>
          </a:p>
        </p:txBody>
      </p:sp>
      <p:sp>
        <p:nvSpPr>
          <p:cNvPr id="44" name="Oval 43"/>
          <p:cNvSpPr/>
          <p:nvPr/>
        </p:nvSpPr>
        <p:spPr>
          <a:xfrm>
            <a:off x="320040" y="6446520"/>
            <a:ext cx="11567160" cy="2926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0D1A"/>
                </a:solidFill>
              </a:rPr>
              <a:t>Points never expire. Redeem for discounts, free samples, or VIP upgrade credits. Membership cancellable anytime.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CONSUMER · HOW TO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Your Beauty Journey. Your 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Every review, purchase, and share earns you points toward the next level.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103120"/>
            <a:ext cx="2212848" cy="34747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2212848" cy="59436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0C8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Sign Up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35808"/>
            <a:ext cx="2029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Create account. No credit card. Access platform immediately.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376672"/>
            <a:ext cx="1938528" cy="320040"/>
          </a:xfrm>
          <a:prstGeom prst="ellipse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0 pts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347472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B0B0C8"/>
                </a:solidFill>
              </a:rPr>
              <a:t>›</a:t>
            </a:r>
          </a:p>
        </p:txBody>
      </p:sp>
      <p:sp>
        <p:nvSpPr>
          <p:cNvPr id="15" name="Oval 14"/>
          <p:cNvSpPr/>
          <p:nvPr/>
        </p:nvSpPr>
        <p:spPr>
          <a:xfrm>
            <a:off x="2679192" y="2103120"/>
            <a:ext cx="2212848" cy="34747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9192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19456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60604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Earn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035808"/>
            <a:ext cx="2029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Buy products (1pt/HK$10). Leave QR reviews (+50pts). Share try-ons (+20pts).</a:t>
            </a:r>
          </a:p>
        </p:txBody>
      </p:sp>
      <p:sp>
        <p:nvSpPr>
          <p:cNvPr id="20" name="Oval 19"/>
          <p:cNvSpPr/>
          <p:nvPr/>
        </p:nvSpPr>
        <p:spPr>
          <a:xfrm>
            <a:off x="2816352" y="5376672"/>
            <a:ext cx="1938528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539496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Accumulate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47472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2C55E"/>
                </a:solidFill>
              </a:rPr>
              <a:t>›</a:t>
            </a:r>
          </a:p>
        </p:txBody>
      </p:sp>
      <p:sp>
        <p:nvSpPr>
          <p:cNvPr id="23" name="Oval 22"/>
          <p:cNvSpPr/>
          <p:nvPr/>
        </p:nvSpPr>
        <p:spPr>
          <a:xfrm>
            <a:off x="5038344" y="2103120"/>
            <a:ext cx="2212848" cy="34747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8344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4" y="219456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260604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Unlock Member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3035808"/>
            <a:ext cx="2029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Upgrade to HK$68/mo OR reach 500 points to unlock Member benefits.</a:t>
            </a:r>
          </a:p>
        </p:txBody>
      </p:sp>
      <p:sp>
        <p:nvSpPr>
          <p:cNvPr id="28" name="Oval 27"/>
          <p:cNvSpPr/>
          <p:nvPr/>
        </p:nvSpPr>
        <p:spPr>
          <a:xfrm>
            <a:off x="5175504" y="5376672"/>
            <a:ext cx="1938528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5504" y="539496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500 pts OR HK$68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47472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2C55E"/>
                </a:solidFill>
              </a:rPr>
              <a:t>›</a:t>
            </a:r>
          </a:p>
        </p:txBody>
      </p:sp>
      <p:sp>
        <p:nvSpPr>
          <p:cNvPr id="31" name="Oval 30"/>
          <p:cNvSpPr/>
          <p:nvPr/>
        </p:nvSpPr>
        <p:spPr>
          <a:xfrm>
            <a:off x="7397496" y="2103120"/>
            <a:ext cx="2212848" cy="34747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97496" y="2103120"/>
            <a:ext cx="2212848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88936" y="219456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60604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Reach VIP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035808"/>
            <a:ext cx="2029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Maintain Member 6 months OR reach 2,000 points for VIP upgrade offer.</a:t>
            </a:r>
          </a:p>
        </p:txBody>
      </p:sp>
      <p:sp>
        <p:nvSpPr>
          <p:cNvPr id="36" name="Oval 35"/>
          <p:cNvSpPr/>
          <p:nvPr/>
        </p:nvSpPr>
        <p:spPr>
          <a:xfrm>
            <a:off x="7534656" y="5376672"/>
            <a:ext cx="1938528" cy="32004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4656" y="539496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2,000 pts OR 6mo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632" y="347472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5C518"/>
                </a:solidFill>
              </a:rPr>
              <a:t>›</a:t>
            </a:r>
          </a:p>
        </p:txBody>
      </p:sp>
      <p:sp>
        <p:nvSpPr>
          <p:cNvPr id="39" name="Oval 38"/>
          <p:cNvSpPr/>
          <p:nvPr/>
        </p:nvSpPr>
        <p:spPr>
          <a:xfrm>
            <a:off x="9756648" y="2103120"/>
            <a:ext cx="2212848" cy="34747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56648" y="2103120"/>
            <a:ext cx="2212848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48088" y="219456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</a:rPr>
              <a:t>STEP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8" y="260604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VIP Rewards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8088" y="3035808"/>
            <a:ext cx="2029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Skin diagnostics. Priority access. 10% auto-discount. Surprise samples.</a:t>
            </a:r>
          </a:p>
        </p:txBody>
      </p:sp>
      <p:sp>
        <p:nvSpPr>
          <p:cNvPr id="44" name="Oval 43"/>
          <p:cNvSpPr/>
          <p:nvPr/>
        </p:nvSpPr>
        <p:spPr>
          <a:xfrm>
            <a:off x="9893808" y="5376672"/>
            <a:ext cx="1938528" cy="32004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93808" y="5394960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You've arrived 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SECTION 2 · BRAND MEMBERSHIP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Scale Into North America. Pay Only When You Sell.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Free AI tools. Verified creators. Real US/Canada consumers. 15% only on sales made.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01952"/>
            <a:ext cx="3611880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3611880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C82FC"/>
                </a:solidFill>
              </a:rPr>
              <a:t>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3230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HK$400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1 campaign drop per 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Basic creator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Tint AI try-on embed in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Monthly sales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QR sticker loyalty pack (50 stickers)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15% commission on sales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861304"/>
            <a:ext cx="3337560" cy="347472"/>
          </a:xfrm>
          <a:prstGeom prst="ellipse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8873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LAUNCH TIER — Start Here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1901952"/>
            <a:ext cx="3611880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1901952"/>
            <a:ext cx="361188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</a:rPr>
              <a:t>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43230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HK$900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92608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2 campaign drops per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3649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Priority creator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039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TRY TOGETHER campaign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2428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Behavioural analytics (clicks, engagement)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QR sticker pack (200 stickers)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12064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Basic Match influencer access (USD$50/match)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55955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15-20% commission on sales</a:t>
            </a:r>
          </a:p>
        </p:txBody>
      </p:sp>
      <p:sp>
        <p:nvSpPr>
          <p:cNvPr id="30" name="Oval 29"/>
          <p:cNvSpPr/>
          <p:nvPr/>
        </p:nvSpPr>
        <p:spPr>
          <a:xfrm>
            <a:off x="4251960" y="5861304"/>
            <a:ext cx="3337560" cy="347472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588873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MOST POPULAR</a:t>
            </a:r>
          </a:p>
        </p:txBody>
      </p:sp>
      <p:sp>
        <p:nvSpPr>
          <p:cNvPr id="32" name="Oval 31"/>
          <p:cNvSpPr/>
          <p:nvPr/>
        </p:nvSpPr>
        <p:spPr>
          <a:xfrm>
            <a:off x="7909560" y="1901952"/>
            <a:ext cx="3977639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1901952"/>
            <a:ext cx="3977639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993392"/>
            <a:ext cx="3703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432304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HK$2,500 /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926080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Unlimited campaign drops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364992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Dedicated AI campaign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803904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AI Influencer product videos (2/quarter)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242816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Full predictive analytics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681728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TRY TOGETHER LIVE priority slots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120640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QR sticker pack (500 stickers)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559552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Tutorial AI content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998464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15-25% commission on sales</a:t>
            </a:r>
          </a:p>
        </p:txBody>
      </p:sp>
      <p:sp>
        <p:nvSpPr>
          <p:cNvPr id="44" name="Oval 43"/>
          <p:cNvSpPr/>
          <p:nvPr/>
        </p:nvSpPr>
        <p:spPr>
          <a:xfrm>
            <a:off x="8046720" y="5861304"/>
            <a:ext cx="3703319" cy="347472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5888736"/>
            <a:ext cx="37033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MAXIMUM IMPACT</a:t>
            </a:r>
          </a:p>
        </p:txBody>
      </p:sp>
      <p:sp>
        <p:nvSpPr>
          <p:cNvPr id="46" name="Oval 45"/>
          <p:cNvSpPr/>
          <p:nvPr/>
        </p:nvSpPr>
        <p:spPr>
          <a:xfrm>
            <a:off x="320040" y="6446520"/>
            <a:ext cx="11567160" cy="292608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All tiers include: Vybd US commerce OS access · FlavorCloud cross-border fulfilment · HautAI skin data (Enterprise) · Annual contract discount 15%.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BRAND · HOW TO PROGRESS + BASIC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Start Essential. Grow With Your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Upgrade triggers are data-driven — when your GMV grows, your tools grow with you.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20240"/>
            <a:ext cx="7132320" cy="4343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713232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</a:rPr>
              <a:t>Brand Tier Progression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87168"/>
            <a:ext cx="6858000" cy="74980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C82FC"/>
                </a:solidFill>
              </a:rPr>
              <a:t>Essential →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07792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Upgrade when: 2 campaigns completed + HK$500K GMV generated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64992"/>
            <a:ext cx="6858000" cy="74980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38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50FB"/>
                </a:solidFill>
              </a:rPr>
              <a:t>Professional → 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8561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Upgrade when: 5 campaigns + HK$2M GMV + 3 certified influencers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42816"/>
            <a:ext cx="6858000" cy="74980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18"/>
                </a:solidFill>
              </a:rPr>
              <a:t>Enterprise Rewards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Annual contract: 15% discount. Dedicated AI manager. Priority on new features.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120640"/>
            <a:ext cx="6858000" cy="74980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93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Annual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Every 12 months platform reviews brand GMV. Top performers get custom pricing.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1920240"/>
            <a:ext cx="4251960" cy="4343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920240"/>
            <a:ext cx="425196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Basic Match — Try Before Campaign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487168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Brand pays USD$50–100 to test an influencer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99232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Influencer adds 1 product to their shop for 30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511296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Brand sees real engagement data — no campaign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2336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If match works → upgrade to full campaign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535424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If match fails → brand keeps data, no further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047488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Perfect for brands unsure which creator fits their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559552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Available from Professional tier and above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SECTION 3 · INFLUENCER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Earn Your Way Up. Every Creator Starts Equal.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No micro-influencer shortcuts. Progress is earned by engagement score and reliability — not follower count alone.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01952"/>
            <a:ext cx="3611880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3611880" cy="59436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RISING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3230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Free Entry — Certification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Complete AI certification test (platform 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Access to basic brand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Standard TRY TOGETHER (non-live)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Earn commission on sales (base 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Build reliability score from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Follow/follower page on platform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861304"/>
            <a:ext cx="3337560" cy="347472"/>
          </a:xfrm>
          <a:prstGeom prst="ellipse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8873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ALL CREATORS START HERE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1901952"/>
            <a:ext cx="3611880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1901952"/>
            <a:ext cx="361188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VERIFIED CREATOR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43230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Earned — Not Purchased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92608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3 campaigns completed + 70+ reliability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36499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Personal shop with brand 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039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Basic Match partnership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2428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LIVE TRY TOGETHER unlocked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681728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Commission rate +2% bonus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120640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Priority campaign invitations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559552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Platform follower count boosts score</a:t>
            </a:r>
          </a:p>
        </p:txBody>
      </p:sp>
      <p:sp>
        <p:nvSpPr>
          <p:cNvPr id="30" name="Oval 29"/>
          <p:cNvSpPr/>
          <p:nvPr/>
        </p:nvSpPr>
        <p:spPr>
          <a:xfrm>
            <a:off x="4251960" y="5861304"/>
            <a:ext cx="3337560" cy="347472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5888736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UNLOCK AFTER 3 CAMPAIGNS</a:t>
            </a:r>
          </a:p>
        </p:txBody>
      </p:sp>
      <p:sp>
        <p:nvSpPr>
          <p:cNvPr id="32" name="Oval 31"/>
          <p:cNvSpPr/>
          <p:nvPr/>
        </p:nvSpPr>
        <p:spPr>
          <a:xfrm>
            <a:off x="7909560" y="1901952"/>
            <a:ext cx="3977639" cy="44622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1901952"/>
            <a:ext cx="3977639" cy="59436"/>
          </a:xfrm>
          <a:prstGeom prst="rect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993392"/>
            <a:ext cx="3703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B5"/>
                </a:solidFill>
              </a:rPr>
              <a:t>ELITE CREATOR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432304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By Invitation — Data Driven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926080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90+ reliability score + 6 months on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364992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Brand ambassador opportunities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803904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Uncapped shop products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242816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LIVE TRY TOGETHER priority slots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681728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Highest commission rate 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120640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AI-matched to Enterprise brands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559552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Featured in platform marketing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998464"/>
            <a:ext cx="37033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✓ Annual Elite Creator Award</a:t>
            </a:r>
          </a:p>
        </p:txBody>
      </p:sp>
      <p:sp>
        <p:nvSpPr>
          <p:cNvPr id="44" name="Oval 43"/>
          <p:cNvSpPr/>
          <p:nvPr/>
        </p:nvSpPr>
        <p:spPr>
          <a:xfrm>
            <a:off x="8046720" y="5861304"/>
            <a:ext cx="3703319" cy="347472"/>
          </a:xfrm>
          <a:prstGeom prst="ellipse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5888736"/>
            <a:ext cx="37033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1A"/>
                </a:solidFill>
              </a:rPr>
              <a:t>PLATFORM'S TOP TIER</a:t>
            </a:r>
          </a:p>
        </p:txBody>
      </p:sp>
      <p:sp>
        <p:nvSpPr>
          <p:cNvPr id="46" name="Oval 45"/>
          <p:cNvSpPr/>
          <p:nvPr/>
        </p:nvSpPr>
        <p:spPr>
          <a:xfrm>
            <a:off x="320040" y="6446520"/>
            <a:ext cx="11567160" cy="2926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D0D1A"/>
                </a:solidFill>
              </a:rPr>
              <a:t>Reliability score is updated after every campaign. Late delivery, missing content, or policy breaches reduce score. Consistency is rewarded.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INFLUENCER · HOW TO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Your Score Is Your Currency.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Reliability score + engagement + follower growth = your tier. Earn it. Protect it. Grow it.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20240"/>
            <a:ext cx="5943600" cy="4343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594360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How Reliability Score Works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87168"/>
            <a:ext cx="5669280" cy="420624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+10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6032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Campaign content delivered on time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62656"/>
            <a:ext cx="5669280" cy="420624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+5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3580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Consumer 5-star review on your shop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38144"/>
            <a:ext cx="5669280" cy="420624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+20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1129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Campaign exceeds engagement target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913632"/>
            <a:ext cx="5669280" cy="420624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867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+15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8678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New platform follower added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389120"/>
            <a:ext cx="5669280" cy="420624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62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+30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6227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TRY TOGETHER session initiated by fan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864608"/>
            <a:ext cx="5669280" cy="420624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-20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3776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Content delivered late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340096"/>
            <a:ext cx="5669280" cy="420624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4132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-30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41324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Campaign content missing (no show)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815584"/>
            <a:ext cx="5669280" cy="420624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887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-50 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88873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Policy or brand guideline breach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1920240"/>
            <a:ext cx="5440680" cy="4343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1920240"/>
            <a:ext cx="544068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011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</a:rPr>
              <a:t>Ways to Grow Your Follower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48716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Share your platform profile link on Instagram, TikTok, YouTube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99923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Every TRY TOGETHER session shows your profile to the fan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511296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When fans buy from your shop → they auto-follow you on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0233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Platform features top-performing creators in discovery feed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535424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QR code reviews on products in your shop tag your profile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047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Brand campaign completion = featured in brand's platform page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5955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Elite creators featured in monthly SIMPLEX-ITY newsletter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FULL MEMBERSHIP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Three Communities. One Platform. All Growing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Every tier designed to reward loyalty, consistency, and genuine participation.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65960"/>
            <a:ext cx="1261872" cy="41148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9" name="Oval 8"/>
          <p:cNvSpPr/>
          <p:nvPr/>
        </p:nvSpPr>
        <p:spPr>
          <a:xfrm>
            <a:off x="1691640" y="1965960"/>
            <a:ext cx="2304288" cy="411480"/>
          </a:xfrm>
          <a:prstGeom prst="ellipse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993392"/>
            <a:ext cx="2304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ENTRY TIER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1965960"/>
            <a:ext cx="2606040" cy="41148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993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MID TIER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1965960"/>
            <a:ext cx="2651760" cy="41148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933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TOP TIER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0" y="1965960"/>
            <a:ext cx="237744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9933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KEY UNLOCK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2450592"/>
            <a:ext cx="1261872" cy="1325880"/>
          </a:xfrm>
          <a:prstGeom prst="ellipse">
            <a:avLst/>
          </a:prstGeom>
          <a:solidFill>
            <a:srgbClr val="1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42032"/>
            <a:ext cx="1097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C82FC"/>
                </a:solidFill>
              </a:rPr>
              <a:t>CONSUMER</a:t>
            </a:r>
          </a:p>
        </p:txBody>
      </p:sp>
      <p:sp>
        <p:nvSpPr>
          <p:cNvPr id="19" name="Oval 18"/>
          <p:cNvSpPr/>
          <p:nvPr/>
        </p:nvSpPr>
        <p:spPr>
          <a:xfrm>
            <a:off x="1691640" y="2450592"/>
            <a:ext cx="2304288" cy="13258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2542032"/>
            <a:ext cx="21396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Insider — Free
Earn points, basic TRY TOGETHER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0" y="2450592"/>
            <a:ext cx="2606040" cy="13258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542032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Member — HK$68/mo
Double points, re-order discounts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2450592"/>
            <a:ext cx="2651760" cy="13258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542032"/>
            <a:ext cx="248716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VIP — HK$168/mo
Skin AI, surprise samples, 10% off</a:t>
            </a:r>
          </a:p>
        </p:txBody>
      </p:sp>
      <p:sp>
        <p:nvSpPr>
          <p:cNvPr id="25" name="Oval 24"/>
          <p:cNvSpPr/>
          <p:nvPr/>
        </p:nvSpPr>
        <p:spPr>
          <a:xfrm>
            <a:off x="9646920" y="2450592"/>
            <a:ext cx="2377440" cy="1325880"/>
          </a:xfrm>
          <a:prstGeom prst="ellipse">
            <a:avLst/>
          </a:prstGeom>
          <a:solidFill>
            <a:srgbClr val="0D1A1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542032"/>
            <a:ext cx="22128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TRY TOGETHER + QR rewards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3867912"/>
            <a:ext cx="1261872" cy="1325880"/>
          </a:xfrm>
          <a:prstGeom prst="ellipse">
            <a:avLst/>
          </a:prstGeom>
          <a:solidFill>
            <a:srgbClr val="1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959352"/>
            <a:ext cx="1097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C82FC"/>
                </a:solidFill>
              </a:rPr>
              <a:t>BRAND</a:t>
            </a:r>
          </a:p>
        </p:txBody>
      </p:sp>
      <p:sp>
        <p:nvSpPr>
          <p:cNvPr id="29" name="Oval 28"/>
          <p:cNvSpPr/>
          <p:nvPr/>
        </p:nvSpPr>
        <p:spPr>
          <a:xfrm>
            <a:off x="1691640" y="3867912"/>
            <a:ext cx="2304288" cy="13258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3959352"/>
            <a:ext cx="21396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Essential — HK$400/mo
1 campaign, creator matching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0" y="3867912"/>
            <a:ext cx="2606040" cy="13258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3959352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Professional — HK$900/mo
2 campaigns, analytics, Basic Match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0" y="3867912"/>
            <a:ext cx="2651760" cy="13258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959352"/>
            <a:ext cx="248716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Enterprise — HK$2,500/mo
AI influencer, unlimited campaigns</a:t>
            </a:r>
          </a:p>
        </p:txBody>
      </p:sp>
      <p:sp>
        <p:nvSpPr>
          <p:cNvPr id="35" name="Oval 34"/>
          <p:cNvSpPr/>
          <p:nvPr/>
        </p:nvSpPr>
        <p:spPr>
          <a:xfrm>
            <a:off x="9646920" y="3867912"/>
            <a:ext cx="2377440" cy="1325880"/>
          </a:xfrm>
          <a:prstGeom prst="ellipse">
            <a:avLst/>
          </a:prstGeom>
          <a:solidFill>
            <a:srgbClr val="0D1A1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3959352"/>
            <a:ext cx="22128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AI Influencer + TRY TOGETHER Live</a:t>
            </a:r>
          </a:p>
        </p:txBody>
      </p:sp>
      <p:sp>
        <p:nvSpPr>
          <p:cNvPr id="37" name="Oval 36"/>
          <p:cNvSpPr/>
          <p:nvPr/>
        </p:nvSpPr>
        <p:spPr>
          <a:xfrm>
            <a:off x="320040" y="5285232"/>
            <a:ext cx="1261872" cy="1325880"/>
          </a:xfrm>
          <a:prstGeom prst="ellipse">
            <a:avLst/>
          </a:prstGeom>
          <a:solidFill>
            <a:srgbClr val="1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376672"/>
            <a:ext cx="1097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C82FC"/>
                </a:solidFill>
              </a:rPr>
              <a:t>INFLUENCER</a:t>
            </a:r>
          </a:p>
        </p:txBody>
      </p:sp>
      <p:sp>
        <p:nvSpPr>
          <p:cNvPr id="39" name="Oval 38"/>
          <p:cNvSpPr/>
          <p:nvPr/>
        </p:nvSpPr>
        <p:spPr>
          <a:xfrm>
            <a:off x="1691640" y="5285232"/>
            <a:ext cx="2304288" cy="13258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B0B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83080" y="5376672"/>
            <a:ext cx="21396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Rising Star — Free
Certification, base commission</a:t>
            </a:r>
          </a:p>
        </p:txBody>
      </p:sp>
      <p:sp>
        <p:nvSpPr>
          <p:cNvPr id="41" name="Oval 40"/>
          <p:cNvSpPr/>
          <p:nvPr/>
        </p:nvSpPr>
        <p:spPr>
          <a:xfrm>
            <a:off x="4114800" y="5285232"/>
            <a:ext cx="2606040" cy="13258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5376672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Verified — 3 campaigns + 70 score
Shop, LIVE TRY TOGETHER unlocked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5285232"/>
            <a:ext cx="2651760" cy="13258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5376672"/>
            <a:ext cx="248716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Elite — 90 score + 6 months
Ambassador, highest commission</a:t>
            </a:r>
          </a:p>
        </p:txBody>
      </p:sp>
      <p:sp>
        <p:nvSpPr>
          <p:cNvPr id="45" name="Oval 44"/>
          <p:cNvSpPr/>
          <p:nvPr/>
        </p:nvSpPr>
        <p:spPr>
          <a:xfrm>
            <a:off x="9646920" y="5285232"/>
            <a:ext cx="2377440" cy="1325880"/>
          </a:xfrm>
          <a:prstGeom prst="ellipse">
            <a:avLst/>
          </a:prstGeom>
          <a:solidFill>
            <a:srgbClr val="0D1A1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5376672"/>
            <a:ext cx="22128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LIVE TRY TOGETHER + Elite brands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Membership Pack  ·  June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
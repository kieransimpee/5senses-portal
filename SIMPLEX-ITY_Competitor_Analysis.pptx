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HK BEAUTY-TECH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DE9FE"/>
                </a:solidFill>
              </a:rPr>
              <a:t>Competitor &amp; Market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4572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SIMPLEX-ITY Strategic Intelligence Report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Prepared by Simpee AI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MARKET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HK Beauty-Tech Market 2026 — Key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60320" cy="25603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$2.3B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Global AI Beauty
Personalization
Market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828800"/>
            <a:ext cx="2560320" cy="25603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828800"/>
            <a:ext cx="2560320" cy="73152"/>
          </a:xfrm>
          <a:prstGeom prst="rect">
            <a:avLst/>
          </a:prstGeom>
          <a:solidFill>
            <a:srgbClr val="069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956E"/>
                </a:solidFill>
              </a:rPr>
              <a:t>17%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AI Beauty Market
CAGR 2025-2033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28800"/>
            <a:ext cx="2560320" cy="25603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82880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45.3%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Instagram Share of
HK Influencer
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828800"/>
            <a:ext cx="2560320" cy="25603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82880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XHS +↑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Fastest Growing
Platform in
HK Beauty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Trend: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E9FE"/>
                </a:solidFill>
              </a:rPr>
              <a:t>68% of global beauty purchases are influenced by social discovery. TikTok Shop grew US beauty sales 108% in 2025. HK consumers are highly receptive to AI try-on technology — conversion rates 2x higher vs standard product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Who's in the HK Beauty-Tech Space?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719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719072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719072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Weakness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10881360" cy="621792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79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Perfect Corp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40279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Taiwan/Global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79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YouCam virtual try-on, AI skin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79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Strong tech, no influencer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10881360" cy="621792"/>
          </a:xfrm>
          <a:prstGeom prst="rect">
            <a:avLst/>
          </a:prstGeom>
          <a:solidFill>
            <a:srgbClr val="1F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9864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ModiFace (L'Oréal)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89864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98648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 try-on for L'Oréal brands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898648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Closed ecosystem, brand-exclusive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11296"/>
            <a:ext cx="10881360" cy="621792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57015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AnyMind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557015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Asia-wide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57015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Influencer management + brand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557015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AI try-on 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69664"/>
            <a:ext cx="10881360" cy="621792"/>
          </a:xfrm>
          <a:prstGeom prst="rect">
            <a:avLst/>
          </a:prstGeom>
          <a:solidFill>
            <a:srgbClr val="1F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1538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Luna Marketing HK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215384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Hong Kong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215384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Local influencer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15384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tech layer, manual process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28031"/>
            <a:ext cx="10881360" cy="621792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73751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NC Media / PLTFRM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873751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Hong Kong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873751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Social commerce &amp; KOL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873751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Limited to specific platforms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486400"/>
            <a:ext cx="10881360" cy="621792"/>
          </a:xfrm>
          <a:prstGeom prst="rect">
            <a:avLst/>
          </a:prstGeom>
          <a:solidFill>
            <a:srgbClr val="1F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53212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Meitu Beauty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5532120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China/HK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532120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beauty filters &amp; try-on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532120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Consumer app, not B2B brand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OUR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Gap SIMPLEX-ITY Fills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DE9FE"/>
                </a:solidFill>
              </a:rPr>
              <a:t>No competitor in HK combines ALL THREE of these: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383280" cy="34747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💄
AI Try-On
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TINT-powered virtual makeup that converts browsers into buyers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286000"/>
            <a:ext cx="3383280" cy="34747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28600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423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🤝
Verified Influencer
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Pre-vetted HK influencers with reliability scoring and delivery guarantees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286000"/>
            <a:ext cx="3383280" cy="34747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28600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423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📊
End-to-End
Campaign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From brief to report — one platform, zero headaches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989320"/>
            <a:ext cx="10332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80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</a:rPr>
              <a:t>SIMPLEX-ITY = The only HK-based platform combining AI beauty tech + verified influencers + full campaign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SIMPLEX-ITY — Strategic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00" cy="237744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486400" cy="411480"/>
          </a:xfrm>
          <a:prstGeom prst="rect">
            <a:avLst/>
          </a:prstGeom>
          <a:solidFill>
            <a:srgbClr val="069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Only HK platform combining AI try-on + influencer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TINT technology proven to 2x conversions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Local HK focus — deep market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Reliability scoring removes campaign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486400" cy="237744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4864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Early stage — brand awareness still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42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Smaller influencer database vs global platforms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44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Tech setup requires brand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47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Resource-intensive for small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5486400" cy="237744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54864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4343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XHS (Xiaohongshu) surging in HK — first mover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 beauty market growing 17% CAGR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05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Brands moving budget from ads to influencer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07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China-HK cross-border beauty market expanding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5486400" cy="237744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97680"/>
            <a:ext cx="54864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343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THREATS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00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Global platforms (AnyMind) expanding into HK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202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L'Oréal / Perfect Corp may go B2B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605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Economic slowdown affecting marketing budgets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6007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Platform algorithm changes affecting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SIMPLEX-ITY — Winning Moves for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332720" cy="9601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🎯  Own the XHS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Xiaohongshu is the fastest growing platform in HK beauty. Build HK's first dedicated XHS influencer campaign service before competitors arrive.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2057400"/>
            <a:ext cx="20116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075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10332720" cy="9601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💄  Make TINT the Hero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8328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Lead all brand pitches with TINT try-on ROI data. Brands that see 200% conversion lift will convert instantly. Create a free TINT demo for first meetings.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154680"/>
            <a:ext cx="20116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10332720" cy="9601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690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🏆  Tier-1 Brand 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8056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Land 2-3 premium international beauty brands as anchor clients. Their logos validate the platform for all future brand pitches.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251960"/>
            <a:ext cx="20116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42702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Q2-Q3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12064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166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📱  Influencer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57784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Build a simple influencer portal for campaign tracking, live count logging, and commission visibility. Reduces management overhead 60%.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5349240"/>
            <a:ext cx="20116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5367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
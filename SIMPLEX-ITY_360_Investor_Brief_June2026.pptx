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5E50FB"/>
                </a:solidFill>
              </a:rPr>
              <a:t>SIMPLEX-ITY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FFFFFF"/>
                </a:solidFill>
              </a:rPr>
              <a:t>360° Investor Pitch — Full Family Intelligence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C82FC"/>
                </a:solidFill>
              </a:rPr>
              <a:t>One Stop Asian Beauty  ·  Simplify to Amplify  · 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B0C8"/>
                </a:solidFill>
              </a:rPr>
              <a:t>Prepared by Simpee · Node Family Collective Intelligence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377440" cy="34747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01 ·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The entire case in one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1338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The Opportunity</a:t>
            </a:r>
          </a:p>
          <a:p>
            <a:r>
              <a:rPr sz="1250">
                <a:solidFill>
                  <a:srgbClr val="FFFFFF"/>
                </a:solidFill>
              </a:rPr>
              <a:t>The US$2.3B global AI beauty personalisation market is growing at 22% CAGR.</a:t>
            </a:r>
          </a:p>
          <a:p>
            <a:r>
              <a:rPr sz="1250">
                <a:solidFill>
                  <a:srgbClr val="FFFFFF"/>
                </a:solidFill>
              </a:rPr>
              <a:t>Asian beauty brands are desperate for a trusted, managed entry into the US and Canada market.</a:t>
            </a:r>
          </a:p>
          <a:p>
            <a:r>
              <a:rPr sz="1250">
                <a:solidFill>
                  <a:srgbClr val="FFFFFF"/>
                </a:solidFill>
              </a:rPr>
              <a:t>US and Canada influencers are searching for premium Asian brands — but cannot find a reliable bridge.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What SIMPLEX-ITY Does</a:t>
            </a:r>
          </a:p>
          <a:p>
            <a:r>
              <a:rPr sz="1250">
                <a:solidFill>
                  <a:srgbClr val="FFFFFF"/>
                </a:solidFill>
              </a:rPr>
              <a:t>SIMPLEX-ITY is the only managed influencer marketing platform that connects Asian beauty brands</a:t>
            </a:r>
          </a:p>
          <a:p>
            <a:r>
              <a:rPr sz="1250">
                <a:solidFill>
                  <a:srgbClr val="FFFFFF"/>
                </a:solidFill>
              </a:rPr>
              <a:t>with verified US/Canada creators — powered by AI try-on technology (Tint AI), transparent campaign</a:t>
            </a:r>
          </a:p>
          <a:p>
            <a:r>
              <a:rPr sz="1250">
                <a:solidFill>
                  <a:srgbClr val="FFFFFF"/>
                </a:solidFill>
              </a:rPr>
              <a:t>tracking, and a trust-first model. We manage everything: matching, campaigns, compliance, analytics.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Why Now</a:t>
            </a:r>
          </a:p>
          <a:p>
            <a:r>
              <a:rPr sz="1250">
                <a:solidFill>
                  <a:srgbClr val="FFFFFF"/>
                </a:solidFill>
              </a:rPr>
              <a:t>Platform is live. Trial model is running. Team is lean. Partners (Tint AI, Vybd, FundFluent) are in place.</a:t>
            </a:r>
          </a:p>
          <a:p>
            <a:r>
              <a:rPr sz="1250">
                <a:solidFill>
                  <a:srgbClr val="FFFFFF"/>
                </a:solidFill>
              </a:rPr>
              <a:t>We are not pitching a concept. We are inviting investment into a running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0B0C8"/>
                </a:solidFill>
              </a:rPr>
              <a:t>SIMPLEX-ITY  ·  Confidential Investor Brief  ·  June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377440" cy="34747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02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Three frustrated groups. Zero coordinated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1338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For Asian Beauty Brands</a:t>
            </a:r>
          </a:p>
          <a:p>
            <a:r>
              <a:rPr sz="1250">
                <a:solidFill>
                  <a:srgbClr val="FFFFFF"/>
                </a:solidFill>
              </a:rPr>
              <a:t>Want US/Canada market access — but face language barriers, creator vetting risk,</a:t>
            </a:r>
          </a:p>
          <a:p>
            <a:r>
              <a:rPr sz="1250">
                <a:solidFill>
                  <a:srgbClr val="FFFFFF"/>
                </a:solidFill>
              </a:rPr>
              <a:t>and no reliable managed campaign infrastructure in North America.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For US/Canada Influencers</a:t>
            </a:r>
          </a:p>
          <a:p>
            <a:r>
              <a:rPr sz="1250">
                <a:solidFill>
                  <a:srgbClr val="FFFFFF"/>
                </a:solidFill>
              </a:rPr>
              <a:t>Seek premium, distinctive beauty brands their audiences haven't seen.</a:t>
            </a:r>
          </a:p>
          <a:p>
            <a:r>
              <a:rPr sz="1250">
                <a:solidFill>
                  <a:srgbClr val="FFFFFF"/>
                </a:solidFill>
              </a:rPr>
              <a:t>But sourcing and managing brand relationships directly is time-consuming and unreliable.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For Consumers</a:t>
            </a:r>
          </a:p>
          <a:p>
            <a:r>
              <a:rPr sz="1250">
                <a:solidFill>
                  <a:srgbClr val="FFFFFF"/>
                </a:solidFill>
              </a:rPr>
              <a:t>Crave authentic discovery of Asian beauty — but lack trusted curators who can</a:t>
            </a:r>
          </a:p>
          <a:p>
            <a:r>
              <a:rPr sz="1250">
                <a:solidFill>
                  <a:srgbClr val="FFFFFF"/>
                </a:solidFill>
              </a:rPr>
              <a:t>surface the right products through creators they already follow.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The Gap</a:t>
            </a:r>
          </a:p>
          <a:p>
            <a:r>
              <a:rPr sz="1250">
                <a:solidFill>
                  <a:srgbClr val="FFFFFF"/>
                </a:solidFill>
              </a:rPr>
              <a:t>No platform currently bridges all three. Existing solutions serve one side only.</a:t>
            </a:r>
          </a:p>
          <a:p>
            <a:r>
              <a:rPr sz="1250">
                <a:solidFill>
                  <a:srgbClr val="FFFFFF"/>
                </a:solidFill>
              </a:rPr>
              <a:t>SIMPLEX-ITY is the managed trust layer the market has been waiting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0B0C8"/>
                </a:solidFill>
              </a:rPr>
              <a:t>SIMPLEX-ITY  ·  Confidential Investor Brief  ·  June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377440" cy="34747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03 ·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Competitive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Why SIMPLEX-ITY wins where others don't even compete.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1338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vs. LTK / ShopMy / Amazon Influencer</a:t>
            </a:r>
          </a:p>
          <a:p>
            <a:r>
              <a:rPr sz="1150">
                <a:solidFill>
                  <a:srgbClr val="B0B0C8"/>
                </a:solidFill>
              </a:rPr>
              <a:t>  Horizontal platforms. No Asian beauty specialisation. No brand management. No try-on.</a:t>
            </a:r>
          </a:p>
          <a:p>
            <a:r>
              <a:rPr sz="1150">
                <a:solidFill>
                  <a:srgbClr val="B0B0C8"/>
                </a:solidFill>
              </a:rPr>
              <a:t>  SIMPLEX-ITY: Vertical, managed, AI-powered, culturally specific.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vs. Nox Belel / Grin / Aspire</a:t>
            </a:r>
          </a:p>
          <a:p>
            <a:r>
              <a:rPr sz="1150">
                <a:solidFill>
                  <a:srgbClr val="B0B0C8"/>
                </a:solidFill>
              </a:rPr>
              <a:t>  SaaS tools only. Brands still do all the work. No creator relationship depth.</a:t>
            </a:r>
          </a:p>
          <a:p>
            <a:r>
              <a:rPr sz="1150">
                <a:solidFill>
                  <a:srgbClr val="B0B0C8"/>
                </a:solidFill>
              </a:rPr>
              <a:t>  SIMPLEX-ITY: We manage the campaign end-to-end. Brands get results, not software.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vs. Local HK Agencies</a:t>
            </a:r>
          </a:p>
          <a:p>
            <a:r>
              <a:rPr sz="1150">
                <a:solidFill>
                  <a:srgbClr val="B0B0C8"/>
                </a:solidFill>
              </a:rPr>
              <a:t>  HK-market only. No US/Canada creator network. No AI layer.</a:t>
            </a:r>
          </a:p>
          <a:p>
            <a:r>
              <a:rPr sz="1150">
                <a:solidFill>
                  <a:srgbClr val="B0B0C8"/>
                </a:solidFill>
              </a:rPr>
              <a:t>  SIMPLEX-ITY: US/Canada primary market. Cross-border by design.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The 3 Moats No Competitor Has</a:t>
            </a:r>
          </a:p>
          <a:p>
            <a:r>
              <a:rPr sz="1250">
                <a:solidFill>
                  <a:srgbClr val="FFFFFF"/>
                </a:solidFill>
              </a:rPr>
              <a:t>1. AI Virtual Try-On (Tint AI) embedded in creator campaigns</a:t>
            </a:r>
          </a:p>
          <a:p>
            <a:r>
              <a:rPr sz="1250">
                <a:solidFill>
                  <a:srgbClr val="FFFFFF"/>
                </a:solidFill>
              </a:rPr>
              <a:t>2. Managed full-service model (not a tool — a partner)</a:t>
            </a:r>
          </a:p>
          <a:p>
            <a:r>
              <a:rPr sz="1250">
                <a:solidFill>
                  <a:srgbClr val="FFFFFF"/>
                </a:solidFill>
              </a:rPr>
              <a:t>3. US/Canada + Asian brand cross-border specialisation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0B0C8"/>
                </a:solidFill>
              </a:rPr>
              <a:t>SIMPLEX-ITY  ·  Confidential Investor Brief  ·  June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377440" cy="34747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04 · HIGHLIGHT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Platform Highlight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What makes SIMPLEX-ITY the company to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1338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1. AI Virtual Try-On (Tint AI Integration)</a:t>
            </a:r>
          </a:p>
          <a:p>
            <a:r>
              <a:rPr sz="1250">
                <a:solidFill>
                  <a:srgbClr val="FFFFFF"/>
                </a:solidFill>
              </a:rPr>
              <a:t>Influencers and consumers try on products digitally before purchase.</a:t>
            </a:r>
          </a:p>
          <a:p>
            <a:r>
              <a:rPr sz="1250">
                <a:solidFill>
                  <a:srgbClr val="FFFFFF"/>
                </a:solidFill>
              </a:rPr>
              <a:t>25%+ conversion lift proven in comparable deployments. No competitor offers this.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2. Curated Creator Matching Engine</a:t>
            </a:r>
          </a:p>
          <a:p>
            <a:r>
              <a:rPr sz="1250">
                <a:solidFill>
                  <a:srgbClr val="FFFFFF"/>
                </a:solidFill>
              </a:rPr>
              <a:t>AI-assisted brand-to-influencer matching. Scored by audience fit, reliability, and engagement.</a:t>
            </a:r>
          </a:p>
          <a:p>
            <a:r>
              <a:rPr sz="1250">
                <a:solidFill>
                  <a:srgbClr val="FFFFFF"/>
                </a:solidFill>
              </a:rPr>
              <a:t>Creators are certified, rated, and managed — not just listed.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3. Full Campaign Management</a:t>
            </a:r>
          </a:p>
          <a:p>
            <a:r>
              <a:rPr sz="1250">
                <a:solidFill>
                  <a:srgbClr val="FFFFFF"/>
                </a:solidFill>
              </a:rPr>
              <a:t>Brief → Match → Execute → Report. Brands pay for outcomes, not admin.</a:t>
            </a:r>
          </a:p>
          <a:p>
            <a:r>
              <a:rPr sz="1250">
                <a:solidFill>
                  <a:srgbClr val="FFFFFF"/>
                </a:solidFill>
              </a:rPr>
              <a:t>Live count tracking, blog output tracking, reliability scoring built in.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4. Vybd Commerce OS Integration</a:t>
            </a:r>
          </a:p>
          <a:p>
            <a:r>
              <a:rPr sz="1250">
                <a:solidFill>
                  <a:srgbClr val="FFFFFF"/>
                </a:solidFill>
              </a:rPr>
              <a:t>US market commerce infrastructure embedded via Vybd partnership.</a:t>
            </a:r>
          </a:p>
          <a:p>
            <a:r>
              <a:rPr sz="1250">
                <a:solidFill>
                  <a:srgbClr val="FFFFFF"/>
                </a:solidFill>
              </a:rPr>
              <a:t>Brands get a managed US storefront layer without building it themselves.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5. Transparent Trial Model</a:t>
            </a:r>
          </a:p>
          <a:p>
            <a:r>
              <a:rPr sz="1250">
                <a:solidFill>
                  <a:srgbClr val="FFFFFF"/>
                </a:solidFill>
              </a:rPr>
              <a:t>3-month zero-fee trial. Brands supply goods + 30% discount. Market data captured.</a:t>
            </a:r>
          </a:p>
          <a:p>
            <a:r>
              <a:rPr sz="1250">
                <a:solidFill>
                  <a:srgbClr val="FFFFFF"/>
                </a:solidFill>
              </a:rPr>
              <a:t>We validate the platform with real campaigns before scaling fees.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0B0C8"/>
                </a:solidFill>
              </a:rPr>
              <a:t>SIMPLEX-ITY  ·  Confidential Investor Brief  ·  June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377440" cy="34747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05 ·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Three revenue streams. Recurring by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1338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Stream 1 — Brand Membership (Recurring SaaS)</a:t>
            </a:r>
          </a:p>
          <a:p>
            <a:r>
              <a:rPr sz="1250">
                <a:solidFill>
                  <a:srgbClr val="FFFFFF"/>
                </a:solidFill>
              </a:rPr>
              <a:t>Essential: HK$400/mo  |  Professional: HK$900/mo  |  Enterprise: HK$2,500/mo</a:t>
            </a:r>
          </a:p>
          <a:p>
            <a:r>
              <a:rPr sz="1250">
                <a:solidFill>
                  <a:srgbClr val="FFFFFF"/>
                </a:solidFill>
              </a:rPr>
              <a:t>Brands pay to access the creator network, campaign tools, and analytics.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Stream 2 — Campaign Commission</a:t>
            </a:r>
          </a:p>
          <a:p>
            <a:r>
              <a:rPr sz="1250">
                <a:solidFill>
                  <a:srgbClr val="FFFFFF"/>
                </a:solidFill>
              </a:rPr>
              <a:t>Platform takes a commission on each completed influencer campaign.</a:t>
            </a:r>
          </a:p>
          <a:p>
            <a:r>
              <a:rPr sz="1250">
                <a:solidFill>
                  <a:srgbClr val="FFFFFF"/>
                </a:solidFill>
              </a:rPr>
              <a:t>Aligned incentive: we earn more when campaigns perform better.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Stream 3 — Premium Creator Features</a:t>
            </a:r>
          </a:p>
          <a:p>
            <a:r>
              <a:rPr sz="1250">
                <a:solidFill>
                  <a:srgbClr val="FFFFFF"/>
                </a:solidFill>
              </a:rPr>
              <a:t>Influencers can unlock premium shop, priority matching, and advanced analytics.</a:t>
            </a:r>
          </a:p>
          <a:p>
            <a:r>
              <a:rPr sz="1250">
                <a:solidFill>
                  <a:srgbClr val="FFFFFF"/>
                </a:solidFill>
              </a:rPr>
              <a:t>Optional upgrade — keeps entry barrier low while monetising top creators.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Trial Period (Current Phase)</a:t>
            </a:r>
          </a:p>
          <a:p>
            <a:r>
              <a:rPr sz="1250">
                <a:solidFill>
                  <a:srgbClr val="FFFFFF"/>
                </a:solidFill>
              </a:rPr>
              <a:t>Zero fees for brands and influencers during 3-month trial.</a:t>
            </a:r>
          </a:p>
          <a:p>
            <a:r>
              <a:rPr sz="1250">
                <a:solidFill>
                  <a:srgbClr val="FFFFFF"/>
                </a:solidFill>
              </a:rPr>
              <a:t>Data captured = platform validation = investor-ready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0B0C8"/>
                </a:solidFill>
              </a:rPr>
              <a:t>SIMPLEX-ITY  ·  Confidential Investor Brief  ·  June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37744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06 · CAPITAL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Capital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Seed round — specific, disciplined, measurable.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1338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Requested Capital</a:t>
            </a:r>
          </a:p>
          <a:p>
            <a:r>
              <a:rPr sz="1250">
                <a:solidFill>
                  <a:srgbClr val="FFFFFF"/>
                </a:solidFill>
              </a:rPr>
              <a:t>Seed Round Target: HK$2,000,000 – HK$3,500,000 (US$255K – US$450K)</a:t>
            </a:r>
          </a:p>
          <a:p>
            <a:r>
              <a:rPr sz="1250">
                <a:solidFill>
                  <a:srgbClr val="FFFFFF"/>
                </a:solidFill>
              </a:rPr>
              <a:t>Structure: Equity or Convertible Note — open to investor preference.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Use of Funds Breakdown</a:t>
            </a:r>
          </a:p>
          <a:p>
            <a:r>
              <a:rPr sz="1250">
                <a:solidFill>
                  <a:srgbClr val="FFFFFF"/>
                </a:solidFill>
              </a:rPr>
              <a:t>40% — US/Canada Creator Acquisition &amp; Campaign Seeding</a:t>
            </a:r>
          </a:p>
          <a:p>
            <a:r>
              <a:rPr sz="1250">
                <a:solidFill>
                  <a:srgbClr val="FFFFFF"/>
                </a:solidFill>
              </a:rPr>
              <a:t>25% — Technology Infrastructure (platform, analytics, Tint AI scaling)</a:t>
            </a:r>
          </a:p>
          <a:p>
            <a:r>
              <a:rPr sz="1250">
                <a:solidFill>
                  <a:srgbClr val="FFFFFF"/>
                </a:solidFill>
              </a:rPr>
              <a:t>20% — Sales &amp; Brand Onboarding (dedicated brand relationship team)</a:t>
            </a:r>
          </a:p>
          <a:p>
            <a:r>
              <a:rPr sz="1250">
                <a:solidFill>
                  <a:srgbClr val="FFFFFF"/>
                </a:solidFill>
              </a:rPr>
              <a:t>10% — Legal, Compliance &amp; IP Protection (US market entry)</a:t>
            </a:r>
          </a:p>
          <a:p>
            <a:r>
              <a:rPr sz="1250">
                <a:solidFill>
                  <a:srgbClr val="FFFFFF"/>
                </a:solidFill>
              </a:rPr>
              <a:t>5%  — Operating Reserve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What This Unlocks</a:t>
            </a:r>
          </a:p>
          <a:p>
            <a:r>
              <a:rPr sz="1250">
                <a:solidFill>
                  <a:srgbClr val="FFFFFF"/>
                </a:solidFill>
              </a:rPr>
              <a:t>50 verified brand partners onboarded in 6 months</a:t>
            </a:r>
          </a:p>
          <a:p>
            <a:r>
              <a:rPr sz="1250">
                <a:solidFill>
                  <a:srgbClr val="FFFFFF"/>
                </a:solidFill>
              </a:rPr>
              <a:t>200 certified US/Canada creators in the network</a:t>
            </a:r>
          </a:p>
          <a:p>
            <a:r>
              <a:rPr sz="1250">
                <a:solidFill>
                  <a:srgbClr val="FFFFFF"/>
                </a:solidFill>
              </a:rPr>
              <a:t>Full analytics dashboard live for brands and influencers</a:t>
            </a:r>
          </a:p>
          <a:p>
            <a:r>
              <a:rPr sz="1250">
                <a:solidFill>
                  <a:srgbClr val="FFFFFF"/>
                </a:solidFill>
              </a:rPr>
              <a:t>NEST VC pitch-ready data package by Q4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0B0C8"/>
                </a:solidFill>
              </a:rPr>
              <a:t>SIMPLEX-ITY  ·  Confidential Investor Brief  ·  June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37744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07 · ROI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ROI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Conservative, mid, and optimistic — all modelled from real trial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1338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Year 1 — Foundation (Trial → Launch)</a:t>
            </a:r>
          </a:p>
          <a:p>
            <a:r>
              <a:rPr sz="1250">
                <a:solidFill>
                  <a:srgbClr val="FFFFFF"/>
                </a:solidFill>
              </a:rPr>
              <a:t>Revenue: HK$480,000 – HK$960,000</a:t>
            </a:r>
          </a:p>
          <a:p>
            <a:r>
              <a:rPr sz="1250">
                <a:solidFill>
                  <a:srgbClr val="FFFFFF"/>
                </a:solidFill>
              </a:rPr>
              <a:t>Brands: 20–50 active  |  Campaigns: 60–180  |  Creators: 100–200</a:t>
            </a:r>
          </a:p>
          <a:p>
            <a:r>
              <a:rPr sz="1150">
                <a:solidFill>
                  <a:srgbClr val="B0B0C8"/>
                </a:solidFill>
              </a:rPr>
              <a:t>  Focus: Platform validation. Data capture. Brand trust building.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Year 2 — Scale</a:t>
            </a:r>
          </a:p>
          <a:p>
            <a:r>
              <a:rPr sz="1250">
                <a:solidFill>
                  <a:srgbClr val="FFFFFF"/>
                </a:solidFill>
              </a:rPr>
              <a:t>Revenue: HK$2,400,000 – HK$4,800,000  (5x Year 1 mid)</a:t>
            </a:r>
          </a:p>
          <a:p>
            <a:r>
              <a:rPr sz="1250">
                <a:solidFill>
                  <a:srgbClr val="FFFFFF"/>
                </a:solidFill>
              </a:rPr>
              <a:t>Brands: 150+  |  Campaigns: 600+  |  Creators: 800+</a:t>
            </a:r>
          </a:p>
          <a:p>
            <a:r>
              <a:rPr sz="1150">
                <a:solidFill>
                  <a:srgbClr val="B0B0C8"/>
                </a:solidFill>
              </a:rPr>
              <a:t>  Tint AI try-on driving 25%+ conversion lift. Membership recurring.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Year 3 — Market Leadership</a:t>
            </a:r>
          </a:p>
          <a:p>
            <a:r>
              <a:rPr sz="1250">
                <a:solidFill>
                  <a:srgbClr val="FFFFFF"/>
                </a:solidFill>
              </a:rPr>
              <a:t>Revenue: HK$9,600,000 – HK$18,000,000</a:t>
            </a:r>
          </a:p>
          <a:p>
            <a:r>
              <a:rPr sz="1250">
                <a:solidFill>
                  <a:srgbClr val="FFFFFF"/>
                </a:solidFill>
              </a:rPr>
              <a:t>Market position: #1 Asian-to-US beauty influencer platform</a:t>
            </a:r>
          </a:p>
          <a:p>
            <a:r>
              <a:rPr sz="1150">
                <a:solidFill>
                  <a:srgbClr val="B0B0C8"/>
                </a:solidFill>
              </a:rPr>
              <a:t>  NEST VC Series A raise. Singapore + Taiwan expansion.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Investor Return Timeline</a:t>
            </a:r>
          </a:p>
          <a:p>
            <a:r>
              <a:rPr sz="1250">
                <a:solidFill>
                  <a:srgbClr val="FFFFFF"/>
                </a:solidFill>
              </a:rPr>
              <a:t>Seed investor target return: 8–12x by Year 3 at Series A valuation.</a:t>
            </a:r>
          </a:p>
          <a:p>
            <a:r>
              <a:rPr sz="1250">
                <a:solidFill>
                  <a:srgbClr val="FFFFFF"/>
                </a:solidFill>
              </a:rPr>
              <a:t>Break-even projected: Month 18 post-launch at mid-case scenario.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0B0C8"/>
                </a:solidFill>
              </a:rPr>
              <a:t>SIMPLEX-ITY  ·  Confidential Investor Brief  ·  June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377440" cy="34747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08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Disciplined sequencing. No step skipped.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1338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Q2 2026 (NOW — Active)</a:t>
            </a:r>
          </a:p>
          <a:p>
            <a:r>
              <a:rPr sz="1250">
                <a:solidFill>
                  <a:srgbClr val="FFFFFF"/>
                </a:solidFill>
              </a:rPr>
              <a:t>Trial launch running. Platform live. Tint AI integrated.</a:t>
            </a:r>
          </a:p>
          <a:p>
            <a:r>
              <a:rPr sz="1250">
                <a:solidFill>
                  <a:srgbClr val="FFFFFF"/>
                </a:solidFill>
              </a:rPr>
              <a:t>Wilson / FundFluent partnership active. Vybd finalisation in progress.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Q3 2026</a:t>
            </a:r>
          </a:p>
          <a:p>
            <a:r>
              <a:rPr sz="1250">
                <a:solidFill>
                  <a:srgbClr val="FFFFFF"/>
                </a:solidFill>
              </a:rPr>
              <a:t>50 brands onboarded. 200 creators certified.</a:t>
            </a:r>
          </a:p>
          <a:p>
            <a:r>
              <a:rPr sz="1250">
                <a:solidFill>
                  <a:srgbClr val="FFFFFF"/>
                </a:solidFill>
              </a:rPr>
              <a:t>StartmeUp HK application submitted. NEST VC initial contact.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Q4 2026</a:t>
            </a:r>
          </a:p>
          <a:p>
            <a:r>
              <a:rPr sz="1250">
                <a:solidFill>
                  <a:srgbClr val="FFFFFF"/>
                </a:solidFill>
              </a:rPr>
              <a:t>Full analytics dashboard live. Campaign performance data compiled.</a:t>
            </a:r>
          </a:p>
          <a:p>
            <a:r>
              <a:rPr sz="1250">
                <a:solidFill>
                  <a:srgbClr val="FFFFFF"/>
                </a:solidFill>
              </a:rPr>
              <a:t>Seed round investor deck presented to NEST VC with validated data.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Q1–Q2 2027</a:t>
            </a:r>
          </a:p>
          <a:p>
            <a:r>
              <a:rPr sz="1250">
                <a:solidFill>
                  <a:srgbClr val="FFFFFF"/>
                </a:solidFill>
              </a:rPr>
              <a:t>Series A raise. Singapore and Taiwan market entry.</a:t>
            </a:r>
          </a:p>
          <a:p>
            <a:r>
              <a:rPr sz="1250">
                <a:solidFill>
                  <a:srgbClr val="FFFFFF"/>
                </a:solidFill>
              </a:rPr>
              <a:t>Enterprise tier launched. Platform commission fully activated.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Q3 2027</a:t>
            </a:r>
          </a:p>
          <a:p>
            <a:r>
              <a:rPr sz="1250">
                <a:solidFill>
                  <a:srgbClr val="FFFFFF"/>
                </a:solidFill>
              </a:rPr>
              <a:t>200+ brands. 1,000+ creators. Market leader in Asian-to-US beauty influencer.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0B0C8"/>
                </a:solidFill>
              </a:rPr>
              <a:t>SIMPLEX-ITY  ·  Confidential Investor Brief  ·  June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377440" cy="34747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09 ·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8C82FC"/>
                </a:solidFill>
              </a:rPr>
              <a:t>Join SIMPLEX-ITY at the foundation — where the returns are built.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1338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What We Are Offering</a:t>
            </a:r>
          </a:p>
          <a:p>
            <a:r>
              <a:rPr sz="1250">
                <a:solidFill>
                  <a:srgbClr val="FFFFFF"/>
                </a:solidFill>
              </a:rPr>
              <a:t>Early-stage equity in the only managed cross-border Asian beauty influencer platform</a:t>
            </a:r>
          </a:p>
          <a:p>
            <a:r>
              <a:rPr sz="1250">
                <a:solidFill>
                  <a:srgbClr val="FFFFFF"/>
                </a:solidFill>
              </a:rPr>
              <a:t>with AI try-on, verified creator network, and US/Canada market infrastructure.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What We Are NOT</a:t>
            </a:r>
          </a:p>
          <a:p>
            <a:r>
              <a:rPr sz="1250">
                <a:solidFill>
                  <a:srgbClr val="FFFFFF"/>
                </a:solidFill>
              </a:rPr>
              <a:t>Not a concept deck. Not pre-product. The platform is live.</a:t>
            </a:r>
          </a:p>
          <a:p>
            <a:r>
              <a:rPr sz="1250">
                <a:solidFill>
                  <a:srgbClr val="FFFFFF"/>
                </a:solidFill>
              </a:rPr>
              <a:t>The trial is running. The team is in place. The data is being captured.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Why This Moment</a:t>
            </a:r>
          </a:p>
          <a:p>
            <a:r>
              <a:rPr sz="1250">
                <a:solidFill>
                  <a:srgbClr val="FFFFFF"/>
                </a:solidFill>
              </a:rPr>
              <a:t>Asian beauty is having its global moment. TikTok Shop, XHS, K-beauty's US rise.</a:t>
            </a:r>
          </a:p>
          <a:p>
            <a:r>
              <a:rPr sz="1250">
                <a:solidFill>
                  <a:srgbClr val="FFFFFF"/>
                </a:solidFill>
              </a:rPr>
              <a:t>The window to be the trusted infrastructure layer is NOW — not in 12 months.</a:t>
            </a:r>
          </a:p>
          <a:p>
            <a:r>
              <a:t/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8C82FC"/>
                </a:solidFill>
              </a:rPr>
              <a:t>Contact</a:t>
            </a:r>
          </a:p>
          <a:p>
            <a:r>
              <a:rPr sz="1250">
                <a:solidFill>
                  <a:srgbClr val="FFFFFF"/>
                </a:solidFill>
              </a:rPr>
              <a:t>Kieran Li — Founder, SIMPLEX-ITY (Branch of 5SENSESBEAUTY LIMITED)</a:t>
            </a:r>
          </a:p>
          <a:p>
            <a:r>
              <a:rPr sz="1250">
                <a:solidFill>
                  <a:srgbClr val="FFFFFF"/>
                </a:solidFill>
              </a:rPr>
              <a:t>kieran@5senses.global  |  Room 1608, 16/F APEC Plaza, Kwun Tong, HK</a:t>
            </a:r>
          </a:p>
          <a:p>
            <a:r>
              <a:t/>
            </a:r>
          </a:p>
          <a:p>
            <a:r>
              <a:rPr sz="1250">
                <a:solidFill>
                  <a:srgbClr val="FFFFFF"/>
                </a:solidFill>
              </a:rPr>
              <a:t>Prepared with Node Family Collective Intelligence · ASIMPLEXIS ·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B0B0C8"/>
                </a:solidFill>
              </a:rPr>
              <a:t>SIMPLEX-ITY  ·  Confidential Investor Brief  ·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
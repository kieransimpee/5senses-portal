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20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0" y="0"/>
            <a:ext cx="54864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Exo 2"/>
              </a:rPr>
              <a:t>SIMPLEX-ITY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"/>
            <a:ext cx="2743200" cy="9892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9844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INVESTOR PRESENTATION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Exo 2"/>
              </a:rPr>
              <a:t>The trusted path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8C82FC"/>
                </a:solidFill>
                <a:latin typeface="Exo 2"/>
              </a:rPr>
              <a:t>Asian beauty discovery.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BAB4FD"/>
                </a:solidFill>
                <a:latin typeface="Montserrat"/>
              </a:rPr>
              <a:t>Simplex-ity connects verified creators with beauty brands
through curated campaigns, TINT virtual try-on,
and a reliability-scored influencer ecosystem.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621792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4748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  <a:latin typeface="Montserrat"/>
              </a:rPr>
              <a:t>Kieran  ·  kieran@5senses.global
SIMPLEX-ITY by 5SENSESBEAUTY LIMITED  ·  Hong Kong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424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simplex-ity.fluentlab.co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603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Exo 2"/>
              </a:rPr>
              <a:t>Asian beauty, made easier
to trust, learn, and love.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206240"/>
            <a:ext cx="3749039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343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C82FC"/>
                </a:solidFill>
                <a:latin typeface="Montserrat"/>
              </a:rPr>
              <a:t>SIMPLIFY TO AMPLIFY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The opportunity in one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3502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Three markets. One platform. Built for trust.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11640312" cy="8686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54864" cy="8686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72768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E50FB"/>
                </a:solidFill>
                <a:latin typeface="Exo 2"/>
              </a:rPr>
              <a:t>Asian beauty, made easier to trust, learn, and love.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5669280" cy="1874519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566928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243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5349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Brands cannot verify influencer ROI. Consumers cannot trust shade fit. No curated, guided platform connects both.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514600"/>
            <a:ext cx="5669280" cy="1874519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2514600"/>
            <a:ext cx="566928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6243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Our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90672"/>
            <a:ext cx="5349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Simplex-ity is the managed influencer marketplace for Asian beauty — creator matching, TINT try-on, and real-time campaign tracking.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5669280" cy="1874519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817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The Business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48072"/>
            <a:ext cx="5349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Brands pay HK$400-$2,500/month membership. Influencers earn 10-15% commission. Platform retains 5% performance fee post-trial.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4572000"/>
            <a:ext cx="5669280" cy="1874519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4572000"/>
            <a:ext cx="566928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6817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The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148072"/>
            <a:ext cx="5349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$2.3B AI beauty market. $2.03B influencer platform market by 2031. HK Instagram at 45.3% share. TikTok Shop beauty up 108%.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01 —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A $2.3B market without a trusted guide.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3502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Three groups. Three unresolved problems. One platform to fix all three.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01952"/>
            <a:ext cx="3749039" cy="47091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749039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2996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E50FB"/>
                </a:solidFill>
                <a:latin typeface="Exo 2"/>
              </a:rPr>
              <a:t>For 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61518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No reliable way to verify influencer audience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20040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Virtual try-on is expensive and disconnected from campaigns.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785615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Campaign ROI is measured manually, weeks after the fact.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370831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Influencer reliability tracked in spreadsheets.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901952"/>
            <a:ext cx="3749039" cy="47091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901952"/>
            <a:ext cx="3749039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02996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C82FC"/>
                </a:solidFill>
                <a:latin typeface="Exo 2"/>
              </a:rPr>
              <a:t>For Influencers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61518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Commission platforms offer no tech advantage.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20040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Brand matching is opaque and relationship-dependent.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785615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No tools to demonstrate professional reliability.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370831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Income inconsistent with no retainer 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901952"/>
            <a:ext cx="3749039" cy="470916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901952"/>
            <a:ext cx="3749039" cy="50292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02996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AB4FD"/>
                </a:solidFill>
                <a:latin typeface="Exo 2"/>
              </a:rPr>
              <a:t>For Consumers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61518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Shade uncertainty stops purchase at the final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20040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Creator content is aspirational but not always verified.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85615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Asian beauty discovery is fragmented across platforms.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370831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No curated source guiding from discovery to purchase.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02 —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Simplex-ity: one managed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3502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Brands. Influencers. Try-on technology. Unified.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01952"/>
            <a:ext cx="3749039" cy="221284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749039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11680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E50FB"/>
                </a:solidFill>
                <a:latin typeface="Exo 2"/>
              </a:rPr>
              <a:t>Verified Creator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523744"/>
            <a:ext cx="34015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Curated influencers matched by audience data and platform reliability score. Selected, not scraped.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901952"/>
            <a:ext cx="3749039" cy="221284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901952"/>
            <a:ext cx="3749039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1" y="2011680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E50FB"/>
                </a:solidFill>
                <a:latin typeface="Exo 2"/>
              </a:rPr>
              <a:t>TINT Virtual Try-On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1" y="2523744"/>
            <a:ext cx="34015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AR makeup try-on embedded in creator content and brand pages. 25%+ higher conversion rate vs standard links.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01952"/>
            <a:ext cx="3749039" cy="221284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01952"/>
            <a:ext cx="3749039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011680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E50FB"/>
                </a:solidFill>
                <a:latin typeface="Exo 2"/>
              </a:rPr>
              <a:t>Reliability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23744"/>
            <a:ext cx="34015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Every creator rated 0-100% on delivery and conversion. Below 70% triggers automatic shop suspension.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15968"/>
            <a:ext cx="3749039" cy="221284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315968"/>
            <a:ext cx="3749039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425696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E50FB"/>
                </a:solidFill>
                <a:latin typeface="Exo 2"/>
              </a:rPr>
              <a:t>End-to-End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937759"/>
            <a:ext cx="34015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Live counts, blog delivery, commission paid, and full post-campaign ROI in one real-time dashboard.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4315968"/>
            <a:ext cx="3749039" cy="221284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4315968"/>
            <a:ext cx="3749039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1" y="4425696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E50FB"/>
                </a:solidFill>
                <a:latin typeface="Exo 2"/>
              </a:rPr>
              <a:t>Brand Membership Tiers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1" y="4937759"/>
            <a:ext cx="34015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Structured brand partnerships from HK$400/month (Essential) to HK$2,500/month (Enterprise).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315968"/>
            <a:ext cx="3749039" cy="221284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315968"/>
            <a:ext cx="3749039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425696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E50FB"/>
                </a:solidFill>
                <a:latin typeface="Exo 2"/>
              </a:rPr>
              <a:t>Digital Franchise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937759"/>
            <a:ext cx="34015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Influencers earn 10-15% commission with zero upfront cost. Platform grows through creator cross-pollination.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03 — KEY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TINT Virtual Try-On.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3502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The only Asian beauty platform with embedded AR makeup technology.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27889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79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25%+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39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Higher conversion
vs standard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7889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011679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200%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34639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More conversions
vs static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74519"/>
            <a:ext cx="27889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74519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011679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834639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Higher average
order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874519"/>
            <a:ext cx="27889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874519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011679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834639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AI beauty market
CAGR 2025-2033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41648"/>
            <a:ext cx="11640312" cy="2578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041648"/>
            <a:ext cx="11640312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60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F"/>
                </a:solidFill>
                <a:latin typeface="Exo 2"/>
              </a:rPr>
              <a:t>What TINT delivers for your brand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E50FB"/>
                </a:solidFill>
                <a:latin typeface="Exo 2"/>
              </a:rPr>
              <a:t>Real-Time AR Try-On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0235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Lipstick, eyeshadow, foundation try-on inside creator posts. No app download needed.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663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E50FB"/>
                </a:solidFill>
                <a:latin typeface="Exo 2"/>
              </a:rPr>
              <a:t>AI Skin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10235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Personalised shade recommendations at point of discovery, based on consumer skin tone.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63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E50FB"/>
                </a:solidFill>
                <a:latin typeface="Exo 2"/>
              </a:rPr>
              <a:t>Embedded Commerce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10235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Try-on links directly to purchase. Removes friction between inspiration and conversion.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663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E50FB"/>
                </a:solidFill>
                <a:latin typeface="Exo 2"/>
              </a:rPr>
              <a:t>Creator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10235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Runs live inside streams and blog posts. Creators use it live; consumers trust what they see.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04 —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A market ready to be shaped.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3502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Sized. Validated. Underserved.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278892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73351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$2.3B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96312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Global AI Beauty
Personalisation
Market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36192"/>
            <a:ext cx="278892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36192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673351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$2.03B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96312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Influencer Platform
Market by 2031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36192"/>
            <a:ext cx="278892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36192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673351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108%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496312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TikTok Shop beauty
sales growth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536192"/>
            <a:ext cx="278892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536192"/>
            <a:ext cx="278892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673351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Exo 2"/>
              </a:rPr>
              <a:t>68%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96312"/>
            <a:ext cx="2606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Beauty purchases
influenced by social
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39312"/>
            <a:ext cx="11640312" cy="98755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639312"/>
            <a:ext cx="11640312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Hong Kong Market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Instagram leads HK influencer marketing at 45.3% share. Xiaohongshu is the fastest-growing platform in HK beauty. Simplex-ity operates across both. 68% of global beauty purchases are influenced at the discovery stage — the moment Simplex-ity captures.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73168"/>
            <a:ext cx="11640312" cy="18562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773168"/>
            <a:ext cx="11640312" cy="5029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92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F"/>
                </a:solidFill>
                <a:latin typeface="Exo 2"/>
              </a:rPr>
              <a:t>Why now: the gap in the 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2180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A6A"/>
                </a:solidFill>
                <a:latin typeface="Montserrat"/>
              </a:rPr>
              <a:t>— Standard affiliate platforms offer no AR technology or reliability governance.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0585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A6A"/>
                </a:solidFill>
                <a:latin typeface="Montserrat"/>
              </a:rPr>
              <a:t>— Beauty marketplaces are catalogue-driven and not creator-guided.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8990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A6A"/>
                </a:solidFill>
                <a:latin typeface="Montserrat"/>
              </a:rPr>
              <a:t>— No platform combines TINT try-on with influencer reliability scoring for the Asian beauty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05 —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Three revenue streams. Zero upfront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40312" cy="14813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" cy="148132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08760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Stream 1: Brand Membership (Recurring SaaS)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65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Essential HK$400/mo   |   Professional HK$900/mo   |   Enterprise HK$2,500/mo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048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Recurring monthly subscription. Predictable, scalable, platform-independent.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81528"/>
            <a:ext cx="11640312" cy="14813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81528"/>
            <a:ext cx="54864" cy="148132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172968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Stream 2: Performance Fee (Commission Take-Rate)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6301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5% platform fee retained from influencer commissions after 3-month trial. Influencer commissions range 10-15% of net sales.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0690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Scales automatically with GMV. No sales team required to grow this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45736"/>
            <a:ext cx="11640312" cy="14813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745736"/>
            <a:ext cx="54864" cy="1481328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837176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Stream 3: Premium Shop Subscriptions (Creator Upsell)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529437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HK$20/month per influencer for advanced analytics, custom storefront UI, and deep-dive campaign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7332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Optional upsell unlocked once creators are earning. Low friction, high margin.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00800"/>
            <a:ext cx="11640312" cy="34747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F"/>
                </a:solidFill>
                <a:latin typeface="Montserrat"/>
              </a:rPr>
              <a:t>All three streams compound: more brands attract more creators, which grow GMV, which increases performance fees.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06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From brief to results in four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274320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7432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C82FC"/>
                </a:solidFill>
                <a:latin typeface="Exo 2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Exo 2"/>
              </a:rPr>
              <a:t>Brand Brief
and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40156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Brand shares product, budget, and target consumer. Platform matches to verified creators using reliability score and audience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393192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691640"/>
            <a:ext cx="274320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691640"/>
            <a:ext cx="27432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187451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C82FC"/>
                </a:solidFill>
                <a:latin typeface="Exo 2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Exo 2"/>
              </a:rPr>
              <a:t>TINT Try-On
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40156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TINT virtual try-on configured for the product and embedded in creator content. Consumers experience the product before buying.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2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274320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27432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7451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C82FC"/>
                </a:solidFill>
                <a:latin typeface="Exo 2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Exo 2"/>
              </a:rPr>
              <a:t>Campaign
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0156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Creators deliver 1 review blog and 2 professional live streams per campaign window. Shared calendar governs all deadlines.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3192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691640"/>
            <a:ext cx="274320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691640"/>
            <a:ext cx="27432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87451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C82FC"/>
                </a:solidFill>
                <a:latin typeface="Exo 2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Exo 2"/>
              </a:rPr>
              <a:t>Performance
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40156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Full post-campaign ROI: reach, conversions, commission paid, reliability score impact, and next-campaign recommendations.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20256"/>
            <a:ext cx="11640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Content Trinity: 1x Detailed Blog   +   2x Professional Live Streams   +   AI Sales Certification   +   Reliability Score 0-100%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07 — PLATFORM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Two ecosystems. Both governed.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BRAND MEMBERSHIP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657600" cy="235915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36576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653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E50FB"/>
                </a:solidFill>
                <a:latin typeface="Exo 2"/>
              </a:rPr>
              <a:t>Essential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377440"/>
            <a:ext cx="3383280" cy="38404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3957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HK$400/mo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834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1 campaign/quarter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218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Up to 5 creators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6027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TINT basic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737360"/>
            <a:ext cx="3657600" cy="2359152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737360"/>
            <a:ext cx="36576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8653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E50FB"/>
                </a:solidFill>
                <a:latin typeface="Exo 2"/>
              </a:rPr>
              <a:t>Professional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377440"/>
            <a:ext cx="3383280" cy="38404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3957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HK$900/mo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834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2 campaigns/quarter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3218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Up to 15 creators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6027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Full TINT +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737360"/>
            <a:ext cx="3657600" cy="235915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737360"/>
            <a:ext cx="36576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8653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E50FB"/>
                </a:solidFill>
                <a:latin typeface="Exo 2"/>
              </a:rPr>
              <a:t>Enterprise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377440"/>
            <a:ext cx="3383280" cy="38404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3957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HK$2,500/mo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834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Unlimited campaigns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218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Unlimited creators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36027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Dedicated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2793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INFLUENCER TIERS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45152"/>
            <a:ext cx="3657600" cy="19385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645152"/>
            <a:ext cx="36576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Exo 2"/>
              </a:rPr>
              <a:t>Rising 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2303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Essential brands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5596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1 Blog + 1 Live/month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980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10% commission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645152"/>
            <a:ext cx="3657600" cy="19385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4645152"/>
            <a:ext cx="36576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Exo 2"/>
              </a:rPr>
              <a:t>Star Influencer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52303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Professional brands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5112" y="5596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2 Blogs + 4 Lives/month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5112" y="5980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12% + content fees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4645152"/>
            <a:ext cx="3657600" cy="19385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4645152"/>
            <a:ext cx="36576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Exo 2"/>
              </a:rPr>
              <a:t>Superstar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2303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Enterprise brands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55961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5 Blogs + 10 Lives/month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59801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 15% + 1st Launch access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665976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Red Card rule: reliability score below 70% = permanent shop suspension.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08 — COMPETITIVE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Five moats. Built in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3502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Curated by design. Not replicable by horizontal platforms.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40312" cy="8869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4864" cy="88696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Try-On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6184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TINT virtual AR makeup integrated at platform level. Competitors must build or license this separately.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11640312" cy="8869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54864" cy="88696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560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Reliability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7860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The 0-100% scorecard is proprietary. No other Asian beauty platform governs creator behaviour this systematically.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11640312" cy="8869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54864" cy="88696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520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Category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5387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Built exclusively for Asian beauty. Category depth creates trust that horizontal affiliate platforms cannot replicate.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40312" cy="8869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54864" cy="88696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480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Network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49884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Cross-pollination drives follower growth for every creator. The more creators on platform, the more valuable each one becomes.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49240"/>
            <a:ext cx="11640312" cy="8869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349240"/>
            <a:ext cx="54864" cy="88696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44067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Exo 2"/>
              </a:rPr>
              <a:t>Data Advantage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4589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Every campaign generates proprietary data on what converts in Asian beauty by product type, skin tone, and creator tier.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737360" cy="626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09 —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Exo 2"/>
              </a:rPr>
              <a:t>Where we are. Where we are going.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64208"/>
            <a:ext cx="2743200" cy="4956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64208"/>
            <a:ext cx="2743200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470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50FB"/>
                </a:solidFill>
                <a:latin typeface="Exo 2"/>
              </a:rPr>
              <a:t>Q2 2026
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606040"/>
            <a:ext cx="1645920" cy="274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62432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ACTIVE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99232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A6A"/>
                </a:solidFill>
                <a:latin typeface="Montserrat"/>
              </a:rPr>
              <a:t>Platform live. Brand partnerships open. First influencer cohort onboarding. TINT integration active.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664208"/>
            <a:ext cx="2743200" cy="4956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664208"/>
            <a:ext cx="27432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18470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Exo 2"/>
              </a:rPr>
              <a:t>Q3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999232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A6A"/>
                </a:solidFill>
                <a:latin typeface="Montserrat"/>
              </a:rPr>
              <a:t>First 10 brand members signed. 50 verified creators active. Campaign dashboard launched. First ROI reports delivered.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64208"/>
            <a:ext cx="2743200" cy="4956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64208"/>
            <a:ext cx="27432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470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Exo 2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99232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A6A"/>
                </a:solidFill>
                <a:latin typeface="Montserrat"/>
              </a:rPr>
              <a:t>Professional and Enterprise brands onboarded. Retainer model active for top creators. XHS and TikTok channels added.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664208"/>
            <a:ext cx="2743200" cy="4956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664208"/>
            <a:ext cx="2743200" cy="50292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470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Exo 2"/>
              </a:rP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999232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A6A"/>
                </a:solidFill>
                <a:latin typeface="Montserrat"/>
              </a:rPr>
              <a:t>Regional expansion: Singapore and Taiwan. Institutional brand partnerships. Series A readiness achieved.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20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4864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2560320" cy="923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26187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THE INVESTMENT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6126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Exo 2"/>
              </a:rPr>
              <a:t>Join Simplex-ity at
the foundation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B4FD"/>
                </a:solidFill>
                <a:latin typeface="Montserrat"/>
              </a:rPr>
              <a:t>We are seeking seed investment to accelerate brand onboarding, expand the creator ecosystem across HK, Singapore, and Taiwan, and build the full analytics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645152"/>
            <a:ext cx="59436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Exo 2"/>
              </a:rPr>
              <a:t>Brand Sales: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48280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Onboard first 20 brand partners across all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12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Exo 2"/>
              </a:rPr>
              <a:t>Creator Growth: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212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Build verified creator cohort to 200 active influencers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96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Exo 2"/>
              </a:rPr>
              <a:t>Technology: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55961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Full TINT integration, analytics dashboard, reporting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01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Exo 2"/>
              </a:rPr>
              <a:t>Regional: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9801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Singapore and Taiwan market entry in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234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KEY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1664208"/>
            <a:ext cx="4846320" cy="685800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22592" y="1664208"/>
            <a:ext cx="45720" cy="6858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1709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xo 2"/>
              </a:rPr>
              <a:t>3 Revenue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20482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AB4FD"/>
                </a:solidFill>
                <a:latin typeface="Montserrat"/>
              </a:rPr>
              <a:t>Membership, Performance Fee, Premium Shop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22592" y="2441448"/>
            <a:ext cx="4846320" cy="685800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22592" y="2441448"/>
            <a:ext cx="45720" cy="6858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4" y="2487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xo 2"/>
              </a:rPr>
              <a:t>HK$400 to $2,500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4" y="28254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AB4FD"/>
                </a:solidFill>
                <a:latin typeface="Montserrat"/>
              </a:rPr>
              <a:t>Brand membership per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22592" y="3218688"/>
            <a:ext cx="4846320" cy="685800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3218688"/>
            <a:ext cx="45720" cy="6858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87184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xo 2"/>
              </a:rPr>
              <a:t>10-15%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7184" y="360273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AB4FD"/>
                </a:solidFill>
                <a:latin typeface="Montserrat"/>
              </a:rPr>
              <a:t>Influencer commission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2" y="3995928"/>
            <a:ext cx="4846320" cy="685800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2592" y="3995928"/>
            <a:ext cx="45720" cy="6858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4" y="4041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xo 2"/>
              </a:rPr>
              <a:t>25%+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437997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AB4FD"/>
                </a:solidFill>
                <a:latin typeface="Montserrat"/>
              </a:rPr>
              <a:t>TINT conversion rate uplift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22592" y="4773168"/>
            <a:ext cx="4846320" cy="685800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22592" y="4773168"/>
            <a:ext cx="45720" cy="6858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7184" y="48188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xo 2"/>
              </a:rP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4" y="515721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AB4FD"/>
                </a:solidFill>
                <a:latin typeface="Montserrat"/>
              </a:rPr>
              <a:t>Upfront cost for influencers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2592" y="5550407"/>
            <a:ext cx="4846320" cy="685800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22592" y="5550407"/>
            <a:ext cx="45720" cy="6858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87184" y="559612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Exo 2"/>
              </a:rPr>
              <a:t>$2.3B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5934455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AB4FD"/>
                </a:solidFill>
                <a:latin typeface="Montserrat"/>
              </a:rPr>
              <a:t>Target market size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8251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B4FD"/>
                </a:solidFill>
                <a:latin typeface="Montserrat"/>
              </a:rPr>
              <a:t>kieran@5senses.global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60196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  <a:latin typeface="Montserrat"/>
              </a:rPr>
              <a:t>simplex-ity.fluentlab.co   |   Kwun Tong, Hong Kong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
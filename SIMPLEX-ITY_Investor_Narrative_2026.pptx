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77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ontserrat"/>
              </a:rPr>
              <a:t>ONE STOP ASIAN BEAUTY  :  SIMPLIFY TO AMPLIFY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Montserrat"/>
              </a:rPr>
              <a:t>kieran@simplex-ity.com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999AA"/>
                </a:solidFill>
                <a:latin typeface="Montserrat"/>
              </a:rPr>
              <a:t>INVESTOR NARRATIVE DECK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1A1F"/>
                </a:solidFill>
                <a:latin typeface="Montserrat"/>
              </a:rPr>
              <a:t>SIMPLEX-ITY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5E50FB"/>
                </a:solidFill>
                <a:latin typeface="Montserrat"/>
              </a:rPr>
              <a:t>Simplify to Amplify.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5A6A"/>
                </a:solidFill>
                <a:latin typeface="Montserrat"/>
              </a:rPr>
              <a:t>Investor Narrative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E50FB"/>
                </a:solidFill>
                <a:latin typeface="Montserrat"/>
              </a:rPr>
              <a:t>AI in Reality.
ROI in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840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A"/>
                </a:solidFill>
                <a:latin typeface="Montserrat"/>
              </a:rPr>
              <a:t>Partner-backed.
Data-driven.
Investable.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01 — HONEST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F"/>
                </a:solidFill>
                <a:latin typeface="Montserrat"/>
              </a:rPr>
              <a:t>Where we started — and what we learned.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A candid self-assessment. Transparency builds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6517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No Detailed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Founded without a structured expansion roadmap or go-to-market strategy.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20240"/>
            <a:ext cx="26517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Underestimated Difficulty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23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Assumed platform-building was simple. The true ambition was always high-impact — fundamentally harder.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26517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Vision vs Reality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23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Resources, support, and capacity were never reconciled with the scale of the vision.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920240"/>
            <a:ext cx="26517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Over-Optimism as a Blind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423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Hard work alone was not enough. The internal vision was never made visible to others.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11155680" cy="8229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Mantra:  "Build first. Prove second. Invite third."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02 — 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F"/>
                </a:solidFill>
                <a:latin typeface="Montserrat"/>
              </a:rPr>
              <a:t>Foundation before invitation.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Leadership is not convincing people to believe. It is building something they cannot doubt.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017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64008" cy="20116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97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089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Build AI partners, government backing, and a live demonstrable platform before asking anyone to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79" y="2011680"/>
            <a:ext cx="3017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2011680"/>
            <a:ext cx="64008" cy="20116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1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1" y="2697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1" y="31089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3-month trial with real brands and influencers. Live data, consumer behaviour, real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51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011680"/>
            <a:ext cx="3017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011680"/>
            <a:ext cx="64008" cy="20116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1031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2697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Invitation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310896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With data, investment, and a live platform — invite trusted people to join on solid ground.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1155680" cy="6858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26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Key Insight:  Others' hesitation was never a lack of courage — it was a rational response to an insufficient foundation.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03 — TANGIBLE PROOF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F"/>
                </a:solidFill>
                <a:latin typeface="Montserrat"/>
              </a:rPr>
              <a:t>This is no longer just a 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Proof of concept is live. AI ecosystem is being built.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566160" cy="15544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" cy="15544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Tint AI Try-On —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Virtual makeup try-on integrated and demonstrable directly on the platform. Real AI, real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566160" cy="15544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64008" cy="15544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057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Korean Skincare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42316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Early brand relationships established through direct sourcing background. Pipeline is warm.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566160" cy="15544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64008" cy="15544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57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AI Partner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2316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Tint AI confirmed. Vybd AI Commerce being onboarded. Partners are real, not aspirational.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5661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50FB"/>
                </a:solidFill>
                <a:latin typeface="Montserrat"/>
              </a:rPr>
              <a:t>Proof of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Tint AI integrated &amp;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840480"/>
            <a:ext cx="35661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84048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50FB"/>
                </a:solidFill>
                <a:latin typeface="Montserrat"/>
              </a:rPr>
              <a:t>Market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US &amp; Canada — Korean beauty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56616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50FB"/>
                </a:solidFill>
                <a:latin typeface="Montserrat"/>
              </a:rPr>
              <a:t>Platform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Pre-launch · Trial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04 — ROADMAP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F"/>
                </a:solidFill>
                <a:latin typeface="Montserrat"/>
              </a:rPr>
              <a:t>The correct order — executed with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Five sequential steps from where we are to investment-ready.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64008" cy="2377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6595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0319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Government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79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StartmeUp HK engagement for grants, credibility, and official backing.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14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74519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74519"/>
            <a:ext cx="64008" cy="2377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96595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560319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Operational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97179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Vybd AI Commerce onboard — US operations, logistics, FDA compliance offloaded.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514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74519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2377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96595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60319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3-Month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97179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Zero-cost brand &amp; influencer trial. 30% discount. Real data. Real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5146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1874519"/>
            <a:ext cx="2651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1874519"/>
            <a:ext cx="64008" cy="2377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196595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C82FC"/>
                </a:solidFill>
                <a:latin typeface="Montserr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560319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F"/>
                </a:solidFill>
                <a:latin typeface="Montserrat"/>
              </a:rPr>
              <a:t>NEST VC 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297179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6A"/>
                </a:solidFill>
                <a:latin typeface="Montserrat"/>
              </a:rPr>
              <a:t>Present with live platform, real data, and proven AI ecosystem to NEST VC.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05 — TRIAL LAUNCH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F"/>
                </a:solidFill>
                <a:latin typeface="Montserrat"/>
              </a:rPr>
              <a:t>3 months. Zero cost. Real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Authentic market positioning — this is a trial, and we say 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4068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Zero-Cost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23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Brands and influencers participate at no charge during the 3-month trial window.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4068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30% Consumer Discount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23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All platform products priced at 30% below market to drive trial traffic and purchases.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544068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Honest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23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Consumers are told this is a trial. Authentic, transparent — builds real trust.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5440680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64008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Platform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233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Use 3 months to stress-test systems, fix issues, and improve the full user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5394960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766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ontserrat"/>
              </a:rPr>
              <a:t>Revenue: Transaction commissions + consumer behaviour intelligence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257800"/>
            <a:ext cx="5532120" cy="9144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7667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ontserrat"/>
              </a:rPr>
              <a:t>Long-term: ABW/YesStyle becomes a vendor on our terms — not a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06 — CAPITAL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F"/>
                </a:solidFill>
                <a:latin typeface="Montserrat"/>
              </a:rPr>
              <a:t>What we need — and why it pays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6A"/>
                </a:solidFill>
                <a:latin typeface="Montserrat"/>
              </a:rPr>
              <a:t>One clear funding purpose. One clear return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155680" cy="13716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13716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50FB"/>
                </a:solidFill>
                <a:latin typeface="Montserrat"/>
              </a:rPr>
              <a:t>Primary 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95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F"/>
                </a:solidFill>
                <a:latin typeface="Montserrat"/>
              </a:rPr>
              <a:t>Cover Tint AI Try-On click costs during the 3-month trial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3566160" cy="16916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64008" cy="16916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749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Real Consumer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148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Every AI try-on click generates purchase intent signals, preferences, and conversion data. This is our dataset for NEST VC.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80"/>
            <a:ext cx="3566160" cy="16916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611880"/>
            <a:ext cx="64008" cy="16916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Platform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Trial data proves the model works — conversion rates, influencer reliability scores, and brand satisfaction documented.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611880"/>
            <a:ext cx="3566160" cy="16916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611880"/>
            <a:ext cx="64008" cy="16916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749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Investor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1148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F"/>
                </a:solidFill>
                <a:latin typeface="Montserrat"/>
              </a:rPr>
              <a:t>NEST VC receives a pitch backed by real numbers from a live platform — not a pitch deck promise.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155680" cy="5943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Clear ROI Path: Trial data → NEST VC validation → Investment secured → Platform scales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ontserrat"/>
              </a:rPr>
              <a:t>ONE STOP ASIAN BEAUTY  :  SIMPLIFY TO AMPLIFY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AA"/>
                </a:solidFill>
                <a:latin typeface="Montserrat"/>
              </a:rPr>
              <a:t>kieran@simplex-ity.com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99AA"/>
                </a:solidFill>
                <a:latin typeface="Montserrat"/>
              </a:rPr>
              <a:t>07 — 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F"/>
                </a:solidFill>
                <a:latin typeface="Montserrat"/>
              </a:rPr>
              <a:t>Tangible. Investable. Partner-ready.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3383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64008" cy="1645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86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50FB"/>
                </a:solidFill>
                <a:latin typeface="Montserrat"/>
              </a:rPr>
              <a:t>Reduced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AI ecosystem live. Trial data collected. Nothing is theoretical anymore.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148840"/>
            <a:ext cx="3383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148840"/>
            <a:ext cx="64008" cy="1645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286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50FB"/>
                </a:solidFill>
                <a:latin typeface="Montserrat"/>
              </a:rPr>
              <a:t>Increased 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15768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Government support + AI partners + real brand connections = fundable foundation.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148840"/>
            <a:ext cx="33832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2148840"/>
            <a:ext cx="64008" cy="1645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286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50FB"/>
                </a:solidFill>
                <a:latin typeface="Montserrat"/>
              </a:rPr>
              <a:t>Proven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715768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3-month trial proves platform viability before we ask for serious capital.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155680" cy="123444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"AI in Reality, ROI in Action."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6FE"/>
                </a:solidFill>
                <a:latin typeface="Montserrat"/>
              </a:rPr>
              <a:t>SIMPLEX-ITY  ·  Investor Narrative 2026  ·  kieran@simplex-ity.com  ·  www.simplex-ity.com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